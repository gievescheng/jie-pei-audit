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69" r:id="rId3"/>
    <p:sldId id="270" r:id="rId4"/>
    <p:sldId id="272" r:id="rId5"/>
    <p:sldId id="273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SB#1" id="{794A98A7-229E-4751-9565-72CCA5B721A7}">
          <p14:sldIdLst>
            <p14:sldId id="268"/>
            <p14:sldId id="269"/>
            <p14:sldId id="270"/>
          </p14:sldIdLst>
        </p14:section>
        <p14:section name="FOSB#2" id="{50AEF37B-7262-4557-9AB2-E8ED81251D91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1" autoAdjust="0"/>
    <p:restoredTop sz="96279" autoAdjust="0"/>
  </p:normalViewPr>
  <p:slideViewPr>
    <p:cSldViewPr snapToGrid="0">
      <p:cViewPr varScale="1">
        <p:scale>
          <a:sx n="57" d="100"/>
          <a:sy n="57" d="100"/>
        </p:scale>
        <p:origin x="192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1B314-D8C4-40F9-A3E1-D89942739296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13B81-362A-4D2E-B3A6-452EB88BFA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22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3493-FD14-7DBE-E224-D287B95D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1C3252-7E67-3EE7-C839-714C639A6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D49CEB-B175-B4F0-9F87-76DAFF719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A63988-6168-77D7-9265-93F32B469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336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0599-9584-38E6-62CB-283CB81F9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6E6C2C-48B3-95E3-651D-C3DDC18B2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C120205-8912-3C38-5886-6F38F2FFD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CDBFF-6C43-D2C2-ECBD-B6016E4B4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119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FA27-F697-CE11-8ED6-5ABA7F72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4CB5E9-D7FC-95D4-F402-195E21A3E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3702C96-3B72-1727-3345-9F345657E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952A64-9D35-D047-2E93-8D5DEB05D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611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70D4-EF90-288D-49D8-0BEA6D87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3C46A36-334C-01BD-9BF2-3618298D5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A5609E-051C-1B4F-301A-6E8C24B05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C70FB3-7DE0-D800-E7D0-D929E9B34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777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4CE80-0AF4-DB3D-05CB-091305FE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F01355-9CA5-C68B-6E6C-23F659623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FBC1D6E-9984-37A7-752E-4DA5247B5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A833FA-64E4-353F-F18E-B9AEAA046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74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D3CA6-FA0C-B9FC-9542-07D51BB67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DD9997-9189-870D-C00B-9D501E8AA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76C841-8E53-B102-2432-43461D08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7E5B25-4EAE-F692-058F-EEAE1B6E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93053C-DE51-8F53-F4D4-A550BFDA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94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153085-DBF0-8735-A838-C79518C7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749570-015B-58B9-4857-C3C0B3FBB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7C17E2-F0F7-C9D6-43FF-F218CE40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9FB982-0E90-DC0B-72E5-0754E2F1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92F675-927D-A043-5B94-239F258F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72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E377-DAF2-48E3-23B0-095B02E5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F764BB-3E41-D64A-8F0F-A96C4C866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5F54D9-7233-14A8-7BD1-AA5C8FCE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2FC5A0-BAC1-436B-8121-C402BE10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540DFF-E06E-DB3C-DF15-FD810279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8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2FEB00-E286-17F8-FD8B-C404735E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F91F89-615D-F9F0-D454-402865A26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3F4F18-CA0D-C013-044B-44DDD5E4A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909C47-AF2E-7F88-EA50-63F6964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53E590-DE31-7616-20FE-8F5953AC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9A1D35-8645-6DA5-1106-C5C6D8B7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76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1E553-C547-4D79-2903-90EA765C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1BA68E-C257-A387-1CFD-8B9476B94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F118C9-DF2E-2C78-213E-883480A89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6D1D32E-7016-22FC-39B0-B8D17797E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AE87DD-B609-6C26-5B28-FF251FF29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E797A1-FDE2-257E-46A8-E1851BC2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EC06EB1-5E7D-0EC9-6B6A-572EED82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26E1EE-BC66-8835-F739-C1879686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37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F9FC3-DDF7-BE3F-06AE-401D0A6A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922C6-EEBF-D6FC-27B9-587E623A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09535-A12D-4BF5-55DA-17283F74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EA1AC0-F8B2-5BBF-D7BC-A1FC87C0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62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7398F1-B082-C8B5-326A-452DF5F2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438CFC-6449-D038-5DE3-7BA1184A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D95529-6A0D-1A44-AB9F-B37EC5FF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95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E8D9B-336C-13DA-FA57-712F080F6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83F38A-D66B-85AB-D6C0-B8F09EC8B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650510-BA7A-140E-4812-FCAF069D2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98E481-CEAC-BBF6-F28F-D370EAFE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62993A-DFA6-08A5-8076-6FCD634F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920209-E207-86C3-9909-610DFAB9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82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C5B6B-8E4D-58DA-757C-1BD80475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1EF5A88-E3A5-EFA7-34B4-F6B8B3B2C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460B56-3D2D-392A-2A7B-83C71171E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BAE459-80C0-F6A5-231A-9ADC6C89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E8E369-EA8E-FDDC-46E6-CC001159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C47036-7BFC-AFF3-2700-490E301A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9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982345-20BD-42DC-F014-0DD13E8A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60933F-D43A-8F21-D2FE-18CDD36CE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137C4D-F242-0EE5-29DF-97F3C30D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F4C519-1D11-BC17-2128-F8FF92D7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79C597-702F-BCDE-B10F-7E384078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52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999BC92-60D1-87FE-0DA8-5DF337964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5F62CD9-44F5-18E6-8A32-A8B9808F2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40A7D6-57FA-DE57-069C-765DAFF4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29142-3C40-7B6A-1376-3BA3602A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962165-910A-A0FE-0C48-925DABBB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08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4D17E89-0F69-D555-CE4F-8C7EE726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EA44EB-7A35-4AAC-87F2-479A760FB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B3C81B-1FDE-2850-96C5-DDEFF1A01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2FD-68D6-4C1F-AAB5-ED5941B40221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678105-F04D-3D0F-07EA-F356B825B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C84B6-E818-2253-CFBF-E5BAEA390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18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D2E40-0F3C-D45F-6867-ECB33174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F6C7659-E396-250B-A205-FE6D48595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85079"/>
              </p:ext>
            </p:extLst>
          </p:nvPr>
        </p:nvGraphicFramePr>
        <p:xfrm>
          <a:off x="103516" y="820113"/>
          <a:ext cx="11982090" cy="59663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237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NKAAE354CBC5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NKAAE354B3C2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NKAAE25EBAA2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NKAAE25EB6H1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NKAAE354B2C7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NKAAE250BCF5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NKAAE25109C7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NKAAE250BDF0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NKAAE250BFD6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NKAAE25103G5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NKAAE348C7H2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NKAAE25104G0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B740C2DD-0CFE-016D-6107-BD6C3597A9EC}"/>
              </a:ext>
            </a:extLst>
          </p:cNvPr>
          <p:cNvSpPr txBox="1"/>
          <p:nvPr/>
        </p:nvSpPr>
        <p:spPr>
          <a:xfrm>
            <a:off x="253496" y="233881"/>
            <a:ext cx="9684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2025/10/21_FOSB#1 clean wafer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480CC2-EA65-C418-A67B-60488515A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2" y="1475114"/>
            <a:ext cx="1975623" cy="198838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079B39D-5534-F94C-FB9A-C5FB6144D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17" y="1475114"/>
            <a:ext cx="1975623" cy="198838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7D9983D-DB82-B728-80C2-37ED78BFF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624" y="1475114"/>
            <a:ext cx="1975623" cy="198839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0AB259F3-39AB-FB12-537D-E7790B3752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499" y="1475113"/>
            <a:ext cx="1975623" cy="198839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565B8F48-1486-5031-6D49-FA1751C924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115" y="1475113"/>
            <a:ext cx="1975623" cy="1988390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B18828BE-61AC-2E4B-5635-190E7C3F4E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981" y="1475113"/>
            <a:ext cx="1969877" cy="1982606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11F03DD4-1EFC-3452-D3C7-AE6D54EA4D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2" y="4438293"/>
            <a:ext cx="1955783" cy="1988389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8C294035-6166-C972-34D2-019CDC582F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857" y="4458261"/>
            <a:ext cx="1955783" cy="1968421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22308472-7A47-DA83-65F6-AD1BE83F77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624" y="4458261"/>
            <a:ext cx="1955783" cy="1968421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AEFDFC28-6492-8A6C-D7B2-F4B25B76A5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499" y="4458261"/>
            <a:ext cx="1955783" cy="1968421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2AAEA605-CF26-749D-53E4-FC57EF4B675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115" y="4458261"/>
            <a:ext cx="1955784" cy="1968423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8B43DEEB-3F36-0466-F360-0FEB7E9FBE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218" y="4458261"/>
            <a:ext cx="1955785" cy="196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6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73ED-B639-CCE8-C4B8-B441ED45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8953883-CE4F-1923-70F9-05821A4F6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81128"/>
              </p:ext>
            </p:extLst>
          </p:nvPr>
        </p:nvGraphicFramePr>
        <p:xfrm>
          <a:off x="103516" y="820109"/>
          <a:ext cx="11982090" cy="59688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NKAAE25108D4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NKAAE25EB4B0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NKAAE23B91E0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NKAAE23B8FD2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NKAAE33B30E2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NKAAEF4D70C6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:75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:129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:100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:113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:142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NKAAE24226B7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NKAAEF4D6CD2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NKAAEF4D6DC5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NKAAEC80A5D2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NKAAE33422A1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NKAAE33426F0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:117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:144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:155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:68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:88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C8DA1833-CF0C-07EC-133F-0BF4C49F3CAC}"/>
              </a:ext>
            </a:extLst>
          </p:cNvPr>
          <p:cNvSpPr txBox="1"/>
          <p:nvPr/>
        </p:nvSpPr>
        <p:spPr>
          <a:xfrm>
            <a:off x="253496" y="233881"/>
            <a:ext cx="9684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2025/10/21_FOSB#1 clean wafer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55DD5C-9B9D-48AF-E45F-B4FF450C1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90" y="1506616"/>
            <a:ext cx="1910041" cy="19223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003DD49-6D48-13ED-CFEF-E64D8F7AC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39" y="1518418"/>
            <a:ext cx="1910041" cy="192238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A0D89EF-8F9C-4C58-2A42-0B8ABF984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66" y="1518418"/>
            <a:ext cx="1906698" cy="191902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345A72E-216C-F852-CE6A-E861BAFE1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937" y="1509981"/>
            <a:ext cx="1906698" cy="191901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995ABB7-F11E-BA4A-1A1D-E87349A27A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29" y="1506616"/>
            <a:ext cx="1906698" cy="191901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86C49F7-C14B-D52D-F05B-4F1E2FF0FE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512" y="1506616"/>
            <a:ext cx="1906698" cy="191901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90AB900-F4E1-AE98-BC90-05A65818BF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90" y="4485250"/>
            <a:ext cx="1910041" cy="1922384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64755F2A-50B4-4A41-8277-6241E2733E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39" y="4488615"/>
            <a:ext cx="1906698" cy="191901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DF140AB-135C-572C-44F5-10DB9C27FF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213" y="4485250"/>
            <a:ext cx="1906698" cy="191901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A9702FD9-37F5-9C2C-D889-669416F5F3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87" y="4485250"/>
            <a:ext cx="1906698" cy="1919019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C3AB3C73-0D1A-FA1D-A5DF-B5303C1D73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29" y="4485249"/>
            <a:ext cx="1906698" cy="191902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D4372186-D1C7-5FD6-D94F-C80BDC61A7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512" y="4481885"/>
            <a:ext cx="1910041" cy="192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1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776C-9F66-9B40-78D0-D3F44EB0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8D0DE03-AC12-C0B5-EF56-C934F0DFB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468197"/>
              </p:ext>
            </p:extLst>
          </p:nvPr>
        </p:nvGraphicFramePr>
        <p:xfrm>
          <a:off x="103516" y="820113"/>
          <a:ext cx="11982090" cy="59663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237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NKAAE26A57A0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TW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TW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85041C37-4597-6756-8D71-825A52566F76}"/>
              </a:ext>
            </a:extLst>
          </p:cNvPr>
          <p:cNvSpPr txBox="1"/>
          <p:nvPr/>
        </p:nvSpPr>
        <p:spPr>
          <a:xfrm>
            <a:off x="253496" y="233881"/>
            <a:ext cx="9684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2025/10/21_FOSB#1 clean wafer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1C693A-7FC3-6EA1-B5DF-F75BD982E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2" y="1475117"/>
            <a:ext cx="1975450" cy="19882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6402344-F06E-C538-4B94-81157283A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29" y="1475117"/>
            <a:ext cx="3556000" cy="28067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C4E209F-B664-0472-DB6C-1C058D4724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229" y="1475117"/>
            <a:ext cx="33274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614C-C842-FCB3-0948-E844516D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200FBCD-113A-2FC5-2B9A-62FD3BF8B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841508"/>
              </p:ext>
            </p:extLst>
          </p:nvPr>
        </p:nvGraphicFramePr>
        <p:xfrm>
          <a:off x="103516" y="818656"/>
          <a:ext cx="11982090" cy="59663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237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NKAAEFD1CFB3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NKAAE23B90E5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NKAAEF4D6EC0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NKAAEDF6B8C7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NKAAE3341FA0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NKAAEC809FD1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:38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NKAAEC7264D7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NKAAEC7266C5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NKAAEC8099D7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NKAAE354CDB3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NKAAE25D12B7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NKAAE354CFA1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8460EA08-3B69-08CA-E87C-632D5B7CBD4B}"/>
              </a:ext>
            </a:extLst>
          </p:cNvPr>
          <p:cNvSpPr txBox="1"/>
          <p:nvPr/>
        </p:nvSpPr>
        <p:spPr>
          <a:xfrm>
            <a:off x="253496" y="233881"/>
            <a:ext cx="9684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2025/10/21_FOSB#2 clean wafer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5FFF59-E9A8-AE77-9D0C-3D776425D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1" y="1512373"/>
            <a:ext cx="1940944" cy="195348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538F300-7B8C-9CE4-99A6-06549D83F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470" y="1512372"/>
            <a:ext cx="1940945" cy="195348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C755D26-D121-8A73-6E28-A41D236FAE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424" y="1512372"/>
            <a:ext cx="1940944" cy="1953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49241F6-E27F-4F9E-3D36-CA7E895806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12" y="1512372"/>
            <a:ext cx="1940946" cy="195348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860273D2-4E66-B14E-71BA-9D76CE874E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335" y="1512371"/>
            <a:ext cx="1940944" cy="195348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9B7D76F-E794-FB11-2A26-EB92564BFD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231" y="1512371"/>
            <a:ext cx="1940944" cy="195348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FDB7B34-0DC3-148E-F8B4-570392F29D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4" y="4471232"/>
            <a:ext cx="1940943" cy="1953486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E59B6192-3688-B3C8-4021-2D1109AC06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096" y="4471230"/>
            <a:ext cx="1940946" cy="1953488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EA61451C-9FC9-C6B5-05E6-535E257098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736" y="4477280"/>
            <a:ext cx="1934934" cy="1947437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E4B109AA-9738-6A71-E722-9926D25356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364" y="4471229"/>
            <a:ext cx="1940945" cy="1953488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8FFE6F65-199E-F5A7-F890-87CA72F749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92" y="4477929"/>
            <a:ext cx="1934287" cy="1946787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A3F2ADFF-4D52-97EB-0897-AA319F27819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97" y="4471228"/>
            <a:ext cx="1940946" cy="195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4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5181-10BF-D508-00B2-6116652B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C0AEB91-F82A-60F9-D56E-01EF71C42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15084"/>
              </p:ext>
            </p:extLst>
          </p:nvPr>
        </p:nvGraphicFramePr>
        <p:xfrm>
          <a:off x="103516" y="820113"/>
          <a:ext cx="11982090" cy="59688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NKAAE232E8E3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NKAAEEF0D5F2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NKAAEC80A4D7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:90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:46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140D2B62-012A-F7A0-3A5D-A4E22C497780}"/>
              </a:ext>
            </a:extLst>
          </p:cNvPr>
          <p:cNvSpPr txBox="1"/>
          <p:nvPr/>
        </p:nvSpPr>
        <p:spPr>
          <a:xfrm>
            <a:off x="253496" y="233881"/>
            <a:ext cx="9684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2025/10/21_FOSB#2 clean wafer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82D906C-AAF5-D6F4-A76D-C2A56C34E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6" y="1475288"/>
            <a:ext cx="1975450" cy="198821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CC6E46-991E-EF5D-03B1-0CD274DC9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844" y="1484239"/>
            <a:ext cx="1975450" cy="198821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F2267AE-BC6C-B19E-A373-66FC6CB0C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546" y="1475288"/>
            <a:ext cx="1989828" cy="200268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54337B6-4B41-7132-D907-339911E92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954" y="2964487"/>
            <a:ext cx="33909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2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365</Words>
  <Application>Microsoft Macintosh PowerPoint</Application>
  <PresentationFormat>寬螢幕</PresentationFormat>
  <Paragraphs>148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友益 鏵</dc:creator>
  <cp:lastModifiedBy>哲驊 劉</cp:lastModifiedBy>
  <cp:revision>297</cp:revision>
  <dcterms:created xsi:type="dcterms:W3CDTF">2025-09-16T07:48:19Z</dcterms:created>
  <dcterms:modified xsi:type="dcterms:W3CDTF">2025-10-22T06:41:45Z</dcterms:modified>
</cp:coreProperties>
</file>