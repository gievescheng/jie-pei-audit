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SB-1" id="{794A98A7-229E-4751-9565-72CCA5B721A7}">
          <p14:sldIdLst>
            <p14:sldId id="259"/>
            <p14:sldId id="260"/>
            <p14:sldId id="261"/>
          </p14:sldIdLst>
        </p14:section>
        <p14:section name="FOSB-2" id="{C9E4F21D-ABB1-49ED-B632-A289FE491B05}">
          <p14:sldIdLst>
            <p14:sldId id="262"/>
            <p14:sldId id="263"/>
            <p14:sldId id="264"/>
          </p14:sldIdLst>
        </p14:section>
        <p14:section name="FOSB-3" id="{BCC7CCB3-5FB7-4C5E-A567-8ED6063E20FC}">
          <p14:sldIdLst>
            <p14:sldId id="265"/>
            <p14:sldId id="266"/>
            <p14:sldId id="267"/>
          </p14:sldIdLst>
        </p14:section>
        <p14:section name="FOSB-4" id="{CDAD335C-2EB7-4B24-BACB-BF0BCB45289A}">
          <p14:sldIdLst>
            <p14:sldId id="268"/>
            <p14:sldId id="269"/>
            <p14:sldId id="270"/>
          </p14:sldIdLst>
        </p14:section>
        <p14:section name="FOSB-5" id="{8B81070E-3B80-4638-8A30-6FCBC7E9C3E2}">
          <p14:sldIdLst>
            <p14:sldId id="274"/>
            <p14:sldId id="275"/>
            <p14:sldId id="276"/>
          </p14:sldIdLst>
        </p14:section>
        <p14:section name="FOSB-6" id="{A115F1A1-7C3A-4CE4-BEEC-64FD5D8D6C81}">
          <p14:sldIdLst>
            <p14:sldId id="277"/>
            <p14:sldId id="278"/>
            <p14:sldId id="279"/>
          </p14:sldIdLst>
        </p14:section>
        <p14:section name="FOSB-7" id="{69B9920A-3656-4748-B382-A1BAC332F185}">
          <p14:sldIdLst>
            <p14:sldId id="280"/>
            <p14:sldId id="281"/>
            <p14:sldId id="282"/>
          </p14:sldIdLst>
        </p14:section>
        <p14:section name="FOSB-8" id="{5B51D182-A762-459E-83CB-01E8A64F536A}">
          <p14:sldIdLst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46" autoAdjust="0"/>
    <p:restoredTop sz="96279" autoAdjust="0"/>
  </p:normalViewPr>
  <p:slideViewPr>
    <p:cSldViewPr snapToGrid="0">
      <p:cViewPr varScale="1">
        <p:scale>
          <a:sx n="108" d="100"/>
          <a:sy n="108" d="100"/>
        </p:scale>
        <p:origin x="11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1B314-D8C4-40F9-A3E1-D89942739296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13B81-362A-4D2E-B3A6-452EB88BFA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22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0896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71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9614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248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791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320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340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338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968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5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18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7214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788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84707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5876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1443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24911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34661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79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2158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127C-D8B2-405A-D871-78B06987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73C15-91AA-A4E1-C528-0AD5A8B4D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BDB3CCB-5630-F484-7ED9-C4F88F08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BE462-F956-B708-9227-D6A1B6C4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3B81-362A-4D2E-B3A6-452EB88BFA38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239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4FD64-425C-F431-AF16-AEAE451C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7B7C4B-D76D-FBF1-A2B4-32F877254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E9CE1A-BF30-75EC-1FEB-342166038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F16128-E250-F266-059C-2A3EBC511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13B81-362A-4D2E-B3A6-452EB88BFA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648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A469-03FC-BC10-8016-24753DA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169FC87-332E-CF7D-26FF-91AC281C6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6BEFDE-B64F-5306-6EE7-3C8CB5CBF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CE4F0F-58CB-77BA-4EF1-F1C1DB9D6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13B81-362A-4D2E-B3A6-452EB88BFA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6571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045F-E12E-E7AE-C282-36B3947E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69E378D-C475-243B-8F7D-3FFCE3B03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426672-09EF-3DF1-9AFC-72EC7DB42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423E0-FBA2-9C86-64F6-D3B304074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13B81-362A-4D2E-B3A6-452EB88BFA3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09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3D3CA6-FA0C-B9FC-9542-07D51BB67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DD9997-9189-870D-C00B-9D501E8AA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76C841-8E53-B102-2432-43461D08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7E5B25-4EAE-F692-058F-EEAE1B6E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93053C-DE51-8F53-F4D4-A550BFDA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94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153085-DBF0-8735-A838-C79518C7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749570-015B-58B9-4857-C3C0B3FBB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7C17E2-F0F7-C9D6-43FF-F218CE40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9FB982-0E90-DC0B-72E5-0754E2F1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92F675-927D-A043-5B94-239F258F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722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8E377-DAF2-48E3-23B0-095B02E50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F764BB-3E41-D64A-8F0F-A96C4C866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5F54D9-7233-14A8-7BD1-AA5C8FCE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2FC5A0-BAC1-436B-8121-C402BE10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540DFF-E06E-DB3C-DF15-FD810279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8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2FEB00-E286-17F8-FD8B-C404735EB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F91F89-615D-F9F0-D454-402865A26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3F4F18-CA0D-C013-044B-44DDD5E4A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909C47-AF2E-7F88-EA50-63F6964A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53E590-DE31-7616-20FE-8F5953AC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9A1D35-8645-6DA5-1106-C5C6D8B7D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76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1E553-C547-4D79-2903-90EA765C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1BA68E-C257-A387-1CFD-8B9476B94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F118C9-DF2E-2C78-213E-883480A89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6D1D32E-7016-22FC-39B0-B8D17797E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DAE87DD-B609-6C26-5B28-FF251FF29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AE797A1-FDE2-257E-46A8-E1851BC24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EC06EB1-5E7D-0EC9-6B6A-572EED82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E26E1EE-BC66-8835-F739-C1879686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37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0F9FC3-DDF7-BE3F-06AE-401D0A6A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922C6-EEBF-D6FC-27B9-587E623A1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09535-A12D-4BF5-55DA-17283F748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FEA1AC0-F8B2-5BBF-D7BC-A1FC87C0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62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7398F1-B082-C8B5-326A-452DF5F2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438CFC-6449-D038-5DE3-7BA1184A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D95529-6A0D-1A44-AB9F-B37EC5FF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95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8E8D9B-336C-13DA-FA57-712F080F6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83F38A-D66B-85AB-D6C0-B8F09EC8B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7650510-BA7A-140E-4812-FCAF069D2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98E481-CEAC-BBF6-F28F-D370EAFE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62993A-DFA6-08A5-8076-6FCD634F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920209-E207-86C3-9909-610DFAB9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82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C5B6B-8E4D-58DA-757C-1BD80475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1EF5A88-E3A5-EFA7-34B4-F6B8B3B2C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A460B56-3D2D-392A-2A7B-83C71171E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BAE459-80C0-F6A5-231A-9ADC6C89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E8E369-EA8E-FDDC-46E6-CC001159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4C47036-7BFC-AFF3-2700-490E301A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49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982345-20BD-42DC-F014-0DD13E8A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60933F-D43A-8F21-D2FE-18CDD36CE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137C4D-F242-0EE5-29DF-97F3C30D1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F4C519-1D11-BC17-2128-F8FF92D7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79C597-702F-BCDE-B10F-7E384078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521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999BC92-60D1-87FE-0DA8-5DF337964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5F62CD9-44F5-18E6-8A32-A8B9808F2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40A7D6-57FA-DE57-069C-765DAFF4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229142-3C40-7B6A-1376-3BA3602A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962165-910A-A0FE-0C48-925DABBBE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308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4D17E89-0F69-D555-CE4F-8C7EE726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EA44EB-7A35-4AAC-87F2-479A760FB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B3C81B-1FDE-2850-96C5-DDEFF1A01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2FD-68D6-4C1F-AAB5-ED5941B40221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678105-F04D-3D0F-07EA-F356B825B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0C84B6-E818-2253-CFBF-E5BAEA390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3445D-55DD-444C-B3F1-C1E1C6C4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18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5" Type="http://schemas.openxmlformats.org/officeDocument/2006/relationships/image" Target="../media/image138.png"/><Relationship Id="rId10" Type="http://schemas.openxmlformats.org/officeDocument/2006/relationships/image" Target="../media/image143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5" Type="http://schemas.openxmlformats.org/officeDocument/2006/relationships/image" Target="../media/image202.png"/><Relationship Id="rId10" Type="http://schemas.openxmlformats.org/officeDocument/2006/relationships/image" Target="../media/image207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3" Type="http://schemas.openxmlformats.org/officeDocument/2006/relationships/image" Target="../media/image210.png"/><Relationship Id="rId7" Type="http://schemas.openxmlformats.org/officeDocument/2006/relationships/image" Target="../media/image2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Relationship Id="rId9" Type="http://schemas.openxmlformats.org/officeDocument/2006/relationships/image" Target="../media/image2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70621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NKAAEDB772D5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NKAAEE0B34C0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NKAAEDBB4FB2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NKAAEDBB24A3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NKAAEDBB23B0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:275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:124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:147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:146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:172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No.20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NKAAEE09F3C1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NKAAEDBA3FC0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NKAAEDBA43B4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NKAAEDBB1BE0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NKAAEE093AH2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:158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:162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:162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:203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:239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9A45966D-12CD-D069-C2E2-3BE2CCFE6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773" y="804302"/>
            <a:ext cx="2267105" cy="226710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2F66E9D-C27F-F2F7-049F-56C56E5F4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895" y="802631"/>
            <a:ext cx="2270445" cy="227044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4A461B3-64A8-21DB-20FD-01FC48262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357" y="802631"/>
            <a:ext cx="2267104" cy="226710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08A87EC-F1F9-E3ED-778D-9E976E5987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733" y="802630"/>
            <a:ext cx="2267103" cy="226710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9BBD69E-8322-2D61-79CF-BFC4CF891A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67" y="4180871"/>
            <a:ext cx="2267103" cy="226710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42A5F12-551C-60F2-BE39-FCB2EF57E5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432" y="4180870"/>
            <a:ext cx="2267103" cy="2267103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C095267A-2134-6ECD-1164-CAE32445E8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297" y="4180870"/>
            <a:ext cx="2267103" cy="2267103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58CF3B41-132D-DBF4-CBD1-83138BE9FA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356" y="4180869"/>
            <a:ext cx="2267103" cy="226710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A030C3DC-59A9-10BC-0BA3-6AB6026284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061" y="4180869"/>
            <a:ext cx="2267103" cy="226710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18EF3CB4-8FFC-08C6-9FCD-D4386CD580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10" y="817879"/>
            <a:ext cx="2236419" cy="223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9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58370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NKAAEE06CCB6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NKAAEE06D2A0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NKAAEE06CEA4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NKAAEDBB16E1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NKAAEE06CFH2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:228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:210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:206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:221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NKAAEE093BG5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NKAAEE06BEF4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NKAAEE06C8B2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NKAAEE06C9A5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NKAAEDBB17D4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:242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:247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:252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:298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:260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F707C948-3550-6468-5D71-25911A76D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0" y="796244"/>
            <a:ext cx="2293374" cy="229337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DBC7E35-1E83-6593-090B-411E4A9A9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640" y="796418"/>
            <a:ext cx="2293200" cy="22932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60D26EF-EA31-474D-5423-DCFF2C5BA2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050" y="796244"/>
            <a:ext cx="2293200" cy="22932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4B047DA-57EA-A6F1-C2D6-BA353092F4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50" y="796244"/>
            <a:ext cx="2293200" cy="22932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C25309E-812B-548F-C5D5-D741F87687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265" y="796244"/>
            <a:ext cx="2293200" cy="22932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2C4807C-2BE7-251E-C9E5-F36B0FA997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04" y="4166561"/>
            <a:ext cx="2293200" cy="22932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DDAC239A-3F43-8F22-CD3C-64AA37E88C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14" y="4166561"/>
            <a:ext cx="2293200" cy="22932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0C56A0AB-62F8-B342-CBE9-9460E9E87F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206" y="4166561"/>
            <a:ext cx="2293200" cy="22932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AB382039-7622-F0FF-2C63-2B09915745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439" y="4166561"/>
            <a:ext cx="2293200" cy="229320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898CCC2-16AA-4C3A-BD5F-0C302E6FD1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244" y="4166561"/>
            <a:ext cx="2293200" cy="22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3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379746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NKAAEE06EDF7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NKAAEE0719G3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NKAAEE0A1AH0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NKAAEDBABDC0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NKAAEE0A41C0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27824637-F5CB-4093-E0B0-75C003140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0" y="793628"/>
            <a:ext cx="2293200" cy="22932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064B701-154C-2E81-7FD9-B5B97053D8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986" y="793631"/>
            <a:ext cx="2293200" cy="22932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7F9F0762-E378-ECF0-DA23-988A9F174A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866" y="793628"/>
            <a:ext cx="2293200" cy="22932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92685672-57CF-5F0E-03F9-8FF6BE81F9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192" y="793633"/>
            <a:ext cx="2293200" cy="22932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28238589-ADE3-8F92-C943-483E93B63A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676" y="793628"/>
            <a:ext cx="2293200" cy="22932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3E5557F-5E44-1959-3FA5-906F7A1EAF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430" y="3802302"/>
            <a:ext cx="3218050" cy="266951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524B14F-DC35-A488-1B75-6715374B8C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4186" y="3802302"/>
            <a:ext cx="3181482" cy="266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2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942273"/>
              </p:ext>
            </p:extLst>
          </p:nvPr>
        </p:nvGraphicFramePr>
        <p:xfrm>
          <a:off x="320430" y="78154"/>
          <a:ext cx="11496430" cy="675652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300850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7722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NKAAEDBABAD7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NKAAEE0A3FB2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NKAAEDBB30F2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NKAAEE0B35B3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NKAAEE0B38G7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57128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:158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:172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:188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No.20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NKAAEDBE34A6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NKAAEE067EB4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NKAAEE0680C2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NKAAE238C2G6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NKAAE238DBG4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:225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:138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:136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:135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F2E38DED-052B-712A-56A7-AC0BD629F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682" y="809787"/>
            <a:ext cx="2271600" cy="22716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E8FD17B-881A-3CDF-D0D9-2970FFF509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08" y="809787"/>
            <a:ext cx="2271600" cy="22716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7E68A6F-1EB7-5473-AB08-7D0B03C28B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782" y="809787"/>
            <a:ext cx="2271600" cy="22716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2CA914B-6C1C-547A-F8A4-F7C65DFEAC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450" y="809787"/>
            <a:ext cx="2271600" cy="22716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576E711-8A9E-9448-BDF6-D0DFA9B9D3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56" y="4175072"/>
            <a:ext cx="2271600" cy="22716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E04123E-EF74-A999-8A88-1BFE57D011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543" y="4175072"/>
            <a:ext cx="2271600" cy="22716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6F5126CB-434D-90C4-5CC0-BF55F0B22E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329" y="4175072"/>
            <a:ext cx="2271600" cy="22716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F98C32A1-2A7C-3C01-5606-3EAF2FAFED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590" y="4175072"/>
            <a:ext cx="2271600" cy="227160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B077283E-54B2-727E-D3AC-778821E430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447" y="4175072"/>
            <a:ext cx="2271600" cy="22716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8946C42-3D8B-89B6-48C0-6521C2F694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90" y="819947"/>
            <a:ext cx="2248732" cy="224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82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303669"/>
              </p:ext>
            </p:extLst>
          </p:nvPr>
        </p:nvGraphicFramePr>
        <p:xfrm>
          <a:off x="320430" y="78154"/>
          <a:ext cx="11496430" cy="672189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NKAAEE070ED7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NKAAEE06B4B3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NKAAEE070DE4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NKAAEE06C4D6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NKAAEE0702B0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336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:160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:125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:154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:129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:167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28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NKAAEE0B9FF0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NKAAEE0B9EF5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NKAAEDB627G4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NKAAEDB5CCF5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NKAAEE0B9DG2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:63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:110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:150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:150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:134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049CD559-64BE-1DC0-A813-47CF32255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0" y="807641"/>
            <a:ext cx="2271600" cy="22716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F742FEE-6519-F85F-D6FE-4542DC306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128" y="815456"/>
            <a:ext cx="2271600" cy="22716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BAF1805-87D0-9BA7-35EA-BC6930156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196" y="815456"/>
            <a:ext cx="2271600" cy="22716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048F37A-2A08-5AEA-0835-C908CDC8DD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728" y="815456"/>
            <a:ext cx="2271600" cy="227160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2816BB7E-E545-2B35-E2A1-43AFB92B8C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871" y="815456"/>
            <a:ext cx="2165699" cy="228578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5196BD9-083B-D26B-B8E3-3DCC42A998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20" y="4167701"/>
            <a:ext cx="2271600" cy="22716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281D93A-2206-4471-975A-85B46FFC24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210" y="4167701"/>
            <a:ext cx="2271600" cy="22716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964089B-68FD-C952-0E8B-B0D3AD0158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177" y="4167701"/>
            <a:ext cx="2271600" cy="22716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6FCE4DC-2FC0-482A-492D-2AFB3D0836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218" y="4167701"/>
            <a:ext cx="2271600" cy="227160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A4F25428-A390-5E6B-1A76-D1CC8B4D83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039" y="4167701"/>
            <a:ext cx="2271600" cy="22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50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341308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NKAAEE0B9AA6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NKAAEE0B99F6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NKAAEE0B9BA1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NKAAEDBAC1B4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AAEE0A3DC4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:147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:136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:185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:183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:230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4883FC7D-D176-7A1D-5435-C5C7A03B2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55" y="794885"/>
            <a:ext cx="2275573" cy="227557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CC68A46-3703-4AD1-1BD8-7CC175D59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877" y="794884"/>
            <a:ext cx="2275573" cy="227557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0A05F07-3174-A917-F955-A4AE63494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699" y="794884"/>
            <a:ext cx="2275572" cy="227557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C5B2C0A-F85D-EFD7-5653-A4E66ACFCD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20" y="794884"/>
            <a:ext cx="2275572" cy="227557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748CBF5-3CB4-D107-1200-A5F872BA47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341" y="794884"/>
            <a:ext cx="2275572" cy="227557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EBE55B6-91B9-A299-ABB0-F44C131A9B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430" y="3787186"/>
            <a:ext cx="3221760" cy="267008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90F3B83-A4AB-820D-F245-1802951F85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4495" y="3787186"/>
            <a:ext cx="3198239" cy="267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46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26039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NKAAEDB828H0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NKAAEDBE27D7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NKAAEE8DB5A3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NKAAEE8DB4B0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NKAAEDBABCC5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:30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:237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:228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:226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:235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No.20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NKAAE238BEH2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NKAAEE067AE0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NKAAEE0670H2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NKAAEE0685G4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NKAAEE0687F2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:68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:71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:67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:67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:101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1422D902-C095-C465-0FCB-F27267AC8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115" y="808639"/>
            <a:ext cx="2249515" cy="224951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F0A5A4D-1B17-499B-AA63-9E3BBE1DF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714" y="808638"/>
            <a:ext cx="2249515" cy="224951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CB96B1C-C8F9-AF88-5F94-364BA0D5C1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939" y="808638"/>
            <a:ext cx="2249514" cy="224951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0ABCF3A-397C-D034-6188-EF83E0AF75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914" y="808638"/>
            <a:ext cx="2249514" cy="224951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34012C5-2899-84E7-67F3-D74E36AC2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6265" y="4191684"/>
            <a:ext cx="2249516" cy="2249516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74276F94-C82C-40F6-5BE8-FB94B1C108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115" y="4191685"/>
            <a:ext cx="2249515" cy="224951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44230FA9-B934-40C3-6763-7551B40FE8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713" y="4191683"/>
            <a:ext cx="2249515" cy="2249515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54E0648C-7AF3-5D49-2354-7BDAB9254A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689" y="4191683"/>
            <a:ext cx="2249515" cy="2249515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D96EEF5-4B9F-CBE8-EEAE-2797250C8B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913" y="4191683"/>
            <a:ext cx="2249514" cy="224951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7AF144F-C340-2920-E3D2-CF32817187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20" y="831499"/>
            <a:ext cx="2230265" cy="223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1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037055"/>
              </p:ext>
            </p:extLst>
          </p:nvPr>
        </p:nvGraphicFramePr>
        <p:xfrm>
          <a:off x="320430" y="78154"/>
          <a:ext cx="11496430" cy="669721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NKAAEE0682B0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NKAAEE08ADE7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NKAAEE065BG0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NKAAEE065CF3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NKAAE34F49A3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:124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:148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:141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:105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NKAAEE4107F1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NKAAEDBE2AF0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NKAAEDBAB9B4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NKAAEF8B6EE1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NKAAEE0671G5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:204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:146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:62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:64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:248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1F8FCD52-01AC-52FE-C38B-DBFFE866C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80" y="804511"/>
            <a:ext cx="2265948" cy="226594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F980317-BEA2-28A8-CC30-3C12A9E1C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503" y="804511"/>
            <a:ext cx="2265949" cy="226594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0D36AB3-E9FE-578B-3BF8-E6686D484F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701" y="804511"/>
            <a:ext cx="2265949" cy="226594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2EA6B01-6C8D-F89A-D90D-867AB82583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745" y="794884"/>
            <a:ext cx="2265948" cy="226594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B9790AF-B18E-4559-D740-4C741F23E4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569" y="794884"/>
            <a:ext cx="2265948" cy="226594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02B48EB-20DB-FA18-E07B-11609AB17B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9" y="4149170"/>
            <a:ext cx="2237073" cy="223707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8ECF0A1-A469-7A6B-FEB3-1CA744AAFB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940" y="4149169"/>
            <a:ext cx="2237073" cy="223707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1A7F287C-557B-DE66-A9CA-65CC9690D6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108" y="4149168"/>
            <a:ext cx="2237073" cy="2237073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F8992469-D5FA-9531-50DB-08A30CAE28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119" y="4149167"/>
            <a:ext cx="2237073" cy="2237073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51E8643-6619-0AA2-17FF-ADA2AB3B27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287" y="4149167"/>
            <a:ext cx="2237073" cy="223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62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416886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NKAAE238C0A5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NKAAE238C5E7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NKAAEF89BBD5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NKAAEE067DC1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NKAAE238E2E1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:259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:124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:146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563C192D-7878-7BA5-CC3B-29D1ED82F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0" y="789272"/>
            <a:ext cx="2285881" cy="228588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8E7CF05-8019-3559-0929-EEDEAD348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186" y="789272"/>
            <a:ext cx="2285881" cy="228588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63B44E0-D90C-1DC6-3C63-466C4435B9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17" y="789272"/>
            <a:ext cx="2285881" cy="228588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D0F7BB1-0D3D-EAAB-5CDE-4A35F782DF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448" y="789272"/>
            <a:ext cx="2285881" cy="228588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2F1E6BA-A4B2-20DD-B520-531E2CD837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829" y="789272"/>
            <a:ext cx="2203265" cy="228588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BFF123A-05B7-ABE1-8332-0F8E10857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431" y="3782848"/>
            <a:ext cx="3239516" cy="269344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CD21FB9-8CCA-FD1C-E2C5-A98B89EB3B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1067" y="3782848"/>
            <a:ext cx="3239516" cy="269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09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74975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NKAAEE8A4ED3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NKAAEE065EE1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NKAAEE06EEF2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</a:rPr>
                        <a:t>NKAAEDBEA6D2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NKAAEE331CE0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:178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No.20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NKAAEE66B6F0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NKAAEE8DDCD6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NKAAEE8DB8F7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NKAAEE0673F3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NKAAE24FEDF2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:145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:86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:112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:60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1860D058-315E-1AF3-4103-D42572557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046" y="789271"/>
            <a:ext cx="2262906" cy="230043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215F3CA-805A-10E5-6092-3E27B8954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192" y="802571"/>
            <a:ext cx="2262906" cy="227383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6F0709A-7C6A-FC74-9AB7-34EEFD19A6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648" y="792945"/>
            <a:ext cx="2273837" cy="227383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7B023E8-F880-D4DC-5E18-4C3754B2CB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110" y="798896"/>
            <a:ext cx="2273837" cy="227383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B033A95-AF72-A705-D109-967B09FBAE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00" y="4192602"/>
            <a:ext cx="2223461" cy="222346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5BE9891-B3F4-1B3E-23AB-F533254A3B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296" y="4192602"/>
            <a:ext cx="2223460" cy="222346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C929E910-B951-9F82-CF02-CDD0D89BA9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435" y="4192602"/>
            <a:ext cx="2223460" cy="222346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86707D8D-9CE6-9E6A-B3E9-1E89955D99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648" y="4192601"/>
            <a:ext cx="2223461" cy="2223461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0DD3050C-0A50-C670-1BDC-FF13A8A356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787" y="4188913"/>
            <a:ext cx="2223461" cy="222346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8B32C32-204D-B58F-2898-C192F91A11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50" y="809591"/>
            <a:ext cx="2262906" cy="22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71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084428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8801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31055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NKAAEE8DACE0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NKAAE24EEBC2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NKAAE24EEAC7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NKAAE238DFE0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NKAAEEAF2AD7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:143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:174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NKAAEEADCDE3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NKAAEEB21EH0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NKAAEE8DD8D2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NKAAEE66CEF3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NKAAEEB02DB4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:234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:88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:44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:131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:104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290D2CF4-8C1B-7BFF-45C3-85C57EF37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0" y="808522"/>
            <a:ext cx="2213810" cy="221381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DB49114-D6F8-D119-0401-4C456B564F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660" y="808522"/>
            <a:ext cx="2213810" cy="221381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00D0ED3-9261-9459-F0B8-F3897DCEA0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411" y="808522"/>
            <a:ext cx="2213810" cy="221381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6F202CE-5AFD-41E9-D476-A57A5838F0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162" y="808522"/>
            <a:ext cx="2213810" cy="221381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20A6847-C080-EFCF-3915-AC52C95775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340" y="808522"/>
            <a:ext cx="2213810" cy="221381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8D29009-91AF-DABF-7543-52A23CC10C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4" y="4206238"/>
            <a:ext cx="2213809" cy="2213809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EC44D3C-4F47-894C-6D42-85CF3EF85A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657" y="4206237"/>
            <a:ext cx="2213809" cy="221380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CDB617F5-934C-3D1E-C57D-80ADDEE5F5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300" y="4206236"/>
            <a:ext cx="2213809" cy="221380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28B5732-51C1-3688-D8DE-E570006E3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067" y="4206235"/>
            <a:ext cx="2213809" cy="221380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8BFAFF40-0340-B9E6-08FA-7ED3F87B96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6611" y="4206235"/>
            <a:ext cx="2213808" cy="221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56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36119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NKAAEEB21DA2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NKAAEEF135G0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NKAAE238DDF2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NKAAE238E1E6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NKAAEDBDDBG0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:167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:105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:156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E57E704E-6DFD-4562-EC27-08B42FA0B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0" y="814135"/>
            <a:ext cx="2198571" cy="21985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1D0DCC1-F526-9158-5BCE-2461A5BFAE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547" y="814136"/>
            <a:ext cx="2198572" cy="219857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278ED87-931A-7791-F737-2D79B01889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955" y="814135"/>
            <a:ext cx="2198571" cy="219857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125DC55-A210-387B-C9A9-C279B47840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757" y="814135"/>
            <a:ext cx="2198571" cy="219857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1658951-A327-4738-4C3F-94E9DF92C3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559" y="814134"/>
            <a:ext cx="2198571" cy="219857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FA2BD10-407C-784B-F605-62604570D1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431" y="3809781"/>
            <a:ext cx="3205602" cy="265316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A562CC0-FD9A-662B-070C-EE1C6BC99E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4687" y="3809782"/>
            <a:ext cx="3205602" cy="266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85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440879"/>
              </p:ext>
            </p:extLst>
          </p:nvPr>
        </p:nvGraphicFramePr>
        <p:xfrm>
          <a:off x="320430" y="118583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NKAAEDBB89E1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NKAAEE06D4G1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NKAAE2582FH1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NKAAEE067CC6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NKAAEE0683A3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:37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:212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:210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:170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:167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No.20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NKAAEE0697A2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NKAAEE0679B5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NKAAEE0699G3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NKAAE25834G0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NKAAEE8DAEC6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:172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:204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:209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:250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4023E8B4-1B31-6889-2B08-4F12564D3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120" y="847020"/>
            <a:ext cx="2199255" cy="219925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4332214-5DB1-B354-5F92-194A3A8AB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64445" y="856644"/>
            <a:ext cx="2199256" cy="219925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CAF50D6-5577-8972-AF66-461A1AAC8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71395" y="866271"/>
            <a:ext cx="2199255" cy="219925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0A6C92D-3A4D-F593-4070-328FD11138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978" y="856644"/>
            <a:ext cx="2199255" cy="219925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227FD93-D254-C344-F1CE-144DAA96BD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0" y="4249435"/>
            <a:ext cx="2199255" cy="219925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3BB63E22-EE64-A809-8BF6-2F5FA2AE27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120" y="4249435"/>
            <a:ext cx="2199255" cy="219925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29782A3-2A44-5B1E-3F19-A72A499E4A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56" y="4259060"/>
            <a:ext cx="2199255" cy="2199255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5CC9CE60-D3F2-BD40-EECC-79247177AA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992" y="4249433"/>
            <a:ext cx="2199257" cy="2199257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B741F9B6-8684-0812-9204-245F9BFD99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427" y="4249433"/>
            <a:ext cx="2199255" cy="219925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52217CA-952E-2A33-2E14-EEFD196553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71" y="856643"/>
            <a:ext cx="2199255" cy="219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58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119070"/>
              </p:ext>
            </p:extLst>
          </p:nvPr>
        </p:nvGraphicFramePr>
        <p:xfrm>
          <a:off x="315616" y="80391"/>
          <a:ext cx="11496430" cy="669721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NKAAEE4FBCE2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NKAAEE3322C2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NKAAEE3315F3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NKAAEDBEA4E4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NKAAEEB11DD3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:161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:208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:210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:266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:130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1685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NKAAEEB029B0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NKAAEEB21AC1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NKAAEDB649C5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NKAAEEF11DG5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NKAAEEF21DD4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:163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:160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:128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:226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:180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418EC717-FBAD-C7D9-1709-32DFB41DE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9" y="808521"/>
            <a:ext cx="2230265" cy="223026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EAA0D75-2C0C-8AC5-CE63-986E0230F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568" y="807582"/>
            <a:ext cx="2230265" cy="223026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D51E722-DD40-4B4D-5138-11D505161D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700" y="807582"/>
            <a:ext cx="2230265" cy="223026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2136D0A-2F7E-A4D5-42D5-1D6E2ACEC6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457" y="807581"/>
            <a:ext cx="2230265" cy="223026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7D9076A-33D1-8B80-7134-EF737A7885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214" y="807580"/>
            <a:ext cx="2230265" cy="223026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9246931-9705-2490-3270-862B966041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31" y="4159510"/>
            <a:ext cx="2230265" cy="223026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C806BDAF-B9C3-ED59-BEC3-6F536AFE0F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568" y="4159510"/>
            <a:ext cx="2230265" cy="223026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06CAEC3B-31F4-52CA-6F3F-64CE276186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48699" y="4159510"/>
            <a:ext cx="2230265" cy="2230265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0FEE5007-7680-D67F-2331-44A06C6314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455" y="4159509"/>
            <a:ext cx="2230265" cy="2230265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B3596BCA-64F0-4F01-06B1-5246CECA4F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586" y="4159509"/>
            <a:ext cx="2230265" cy="223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9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882303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NKAAEEF11EG0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NKAAEEF121G1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NKAAEE3321C7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NKAAEEEC33F4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NKAAE34F4CB4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:206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:233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:264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2A715C27-B8AE-CC9B-A2EB-6F8D3A6A3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55" y="814135"/>
            <a:ext cx="2212891" cy="221289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CAB3E8B-9014-C2DD-ABE9-7AC2BF7D3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071" y="814135"/>
            <a:ext cx="2212891" cy="221289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80ACB20-4B34-186F-1ACD-DDCC7B62C7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199" y="814134"/>
            <a:ext cx="2212891" cy="221289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D0CADD2-13C1-29C9-1659-0EA1395FFE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327" y="814134"/>
            <a:ext cx="2212891" cy="221289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B63D784-731B-9820-8C7A-B585E10778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080" y="814134"/>
            <a:ext cx="2212892" cy="221289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1EE91A1-03A2-33DF-A800-3F5EF1993E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430" y="3813218"/>
            <a:ext cx="3195127" cy="264324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EBCB8CA-8696-6974-E0DF-243B8A33FB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8718" y="3813218"/>
            <a:ext cx="3195127" cy="265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28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08373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NKAAEDB97CB4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NKAAEF407BC3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NKAAE34F08G2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NKAAEFBEA6B4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NKAAEFBB8DC7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:140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:71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:107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No.20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NKAAEF407CB6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NKAAEFBEA4C6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NKAAEF8B6AG5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NKAAEF8B6FD4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NKAAEF8B67F4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:102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:86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:96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:43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:32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515005E2-558F-759C-AD2D-1744C828B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118" y="827772"/>
            <a:ext cx="2204185" cy="220418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CC917BA-E7C2-2628-EE52-075E89CC3B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552" y="827772"/>
            <a:ext cx="2204186" cy="220418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E8E9B23-9C6E-5228-D679-A7753D04E5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987" y="827772"/>
            <a:ext cx="2204185" cy="220418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3DD2DAF-4552-F7E3-1445-E512E83682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5421" y="827772"/>
            <a:ext cx="2204187" cy="220418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1DC0877-5DE7-9A4B-A22A-B37DF70643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3" y="4210933"/>
            <a:ext cx="2204185" cy="220418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C7530043-9D5E-7786-11E7-A8C947173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117" y="4210932"/>
            <a:ext cx="2204185" cy="220418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EDA9F4F-3024-FBF6-A37B-6960A67020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553" y="4210932"/>
            <a:ext cx="2204185" cy="2204185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23331139-8792-4B69-7003-3952F9849C7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986" y="4210931"/>
            <a:ext cx="2204186" cy="2204186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454AA030-FBEB-34BB-200A-99AF400798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590" y="4210931"/>
            <a:ext cx="2204186" cy="220418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D7E4385-A50B-DDD1-A12E-753743F7E4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3" y="837932"/>
            <a:ext cx="2204185" cy="22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09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06669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NKAAEF8B6BG0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NKAAEF8B6CF3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NKAAEF8B70E7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NKAAEE0717A2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NKAAEEAF66F4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NKAAEE08ACF4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NKAAEDB982H1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NKAAEDB979A3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NKAAEE084EC7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NKAAEE0894D2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:74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:94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:88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:115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:99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35689698-55D1-F43B-ABC7-A0227459D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74" y="827773"/>
            <a:ext cx="2233062" cy="223306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59EF206-4ABC-C910-484E-53E972D87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94" y="827772"/>
            <a:ext cx="2233062" cy="223306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1BAAC19-0F95-7F4B-C540-CDAC517D9E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114" y="827772"/>
            <a:ext cx="2233062" cy="223306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563FB00-7288-A9E0-9C25-6A1F55B451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734" y="827772"/>
            <a:ext cx="2233062" cy="223306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ED16E43-8DF1-FECE-B620-D1A684B446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354" y="827772"/>
            <a:ext cx="2233062" cy="223306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F215AEA-9B54-5A9A-350C-C408744BFE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74" y="4184197"/>
            <a:ext cx="2233062" cy="2233062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8C298E7-00AB-35AC-553B-787E748338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94" y="4184197"/>
            <a:ext cx="2233062" cy="2233062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2EE7553A-BA56-3F16-FF94-09CD7E393D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114" y="4184197"/>
            <a:ext cx="2233062" cy="2233062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C4C0B41E-00F3-8B38-BAD3-0AD3A419A6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6734" y="4184197"/>
            <a:ext cx="2207809" cy="2233062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9040014B-B869-CC5A-D40A-97D2D59E0D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41354" y="4184197"/>
            <a:ext cx="2233063" cy="224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02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196597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NKAAEDB9A3F6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NKAAEDB981A3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NKAAEDB97EA2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NKAAEDB97DA7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NKAAEDB9A1H0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:102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:100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0691F9EC-E236-88D5-BA80-141E49E95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40" y="843280"/>
            <a:ext cx="2186208" cy="221488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020CBEC-8C50-E0E3-187D-4E7479F3B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478" y="843280"/>
            <a:ext cx="2197460" cy="220100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F01EBDA-512C-8749-2913-9992AB8C2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892" y="843279"/>
            <a:ext cx="2165506" cy="220100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F70166C-BB74-A792-5687-130E481100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509" y="843279"/>
            <a:ext cx="2197460" cy="219746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51ED41F-8F5D-08FC-FFE6-F9F3703ABE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5782" y="839732"/>
            <a:ext cx="2201007" cy="220100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C3DCB70-D7AD-59E2-360A-20F20BD583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430" y="3799841"/>
            <a:ext cx="3209931" cy="265422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AAB858D-75E6-CC3B-22B8-B28CFA8812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3747" y="3809410"/>
            <a:ext cx="3146054" cy="263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59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700315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NKAAEFBB8EC2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NKAAEDB99FE3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NKAAEDB9A0A2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NKAAED9D78H2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NKAAEEF09AB1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:142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:202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No.20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NKAAEFBBCFF5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NKAAEF40ABE0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NKAAEE0963B0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NKAAEFBBCEG2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NKAAEEAE40A2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:138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:226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:48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:62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:139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739A88AF-41AA-2822-F179-546A5FA43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832" y="837761"/>
            <a:ext cx="2195779" cy="219577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DFA4CDC-BFE4-DDEA-B8AF-1C1565ACA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123" y="837762"/>
            <a:ext cx="2195780" cy="219578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5DF2D25-B9B1-0CE5-A7DA-189682CA42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3" y="837761"/>
            <a:ext cx="2205501" cy="220550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A6E9822-30E7-8F03-E430-E57E918551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705" y="837761"/>
            <a:ext cx="2195779" cy="219577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95D555C-FEF9-6589-F680-D00B328C77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00" y="4201157"/>
            <a:ext cx="2195781" cy="219578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CB55AF5-EE83-218F-578E-4A72EFD112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832" y="4201159"/>
            <a:ext cx="2195779" cy="219577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9052EC6-A218-9740-A248-D08353FC51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283" y="4201157"/>
            <a:ext cx="2195779" cy="2195779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71356B4E-B97C-D4C1-13E6-19D852CD47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3" y="4211317"/>
            <a:ext cx="2205501" cy="2205501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51448684-03E0-80A5-F62C-7935EF34FF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704" y="4211317"/>
            <a:ext cx="2195779" cy="2195779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B156248-376C-7280-FDE2-3E04A7400E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13" y="847921"/>
            <a:ext cx="2195779" cy="219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37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46397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NKAAEEAE48C5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NKAAEEAE49C0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NKAAEEAF01B6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NKAAEEAF02B1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NKAAEDE4FEG0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:183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:207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:193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:229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:177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NKAAEDBD37C0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NKAAEDBCDCB1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NKAAEDBA3BE4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NKAAEDBB28F2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NKAAEDB689E6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:51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:59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:72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:86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:93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63F34F86-4409-4989-CCD7-78EE007E0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10" y="822960"/>
            <a:ext cx="2231338" cy="223133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D36C685-4F71-301E-31BA-27EC845465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368" y="822960"/>
            <a:ext cx="2226259" cy="222625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5F50398-782B-0B06-1966-F2106D9FA6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907" y="822960"/>
            <a:ext cx="2226259" cy="222625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A6B78DF-458C-AD47-A5C3-4B09E88B25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286" y="822960"/>
            <a:ext cx="2226259" cy="222625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AC50F97-572B-E2D2-E6CB-3EECE9B248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791" y="822959"/>
            <a:ext cx="2226259" cy="222625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813E33A-D6C3-B53E-6491-9E5B1C791A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20" y="4201159"/>
            <a:ext cx="2226259" cy="2226259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DCF729A-8417-A455-D706-FF5CD02855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368" y="4201159"/>
            <a:ext cx="2226259" cy="222064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BDA60BA-F5BD-D534-DE78-D1EFC287C6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390" y="4198353"/>
            <a:ext cx="2226259" cy="222625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24665BE1-4099-CF68-A1B6-B3ADEA14BA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286" y="4195549"/>
            <a:ext cx="2226259" cy="222625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EB9F2852-CF8E-A73A-2B93-32A93EC0AC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791" y="4195549"/>
            <a:ext cx="2226259" cy="222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76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CEB3-ECD4-A838-64D3-1C1A0FA1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5237C3-12E2-0121-10C6-9ED6D9B3A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759003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NKAAEDB688F3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NKAAEDB687G0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NKAAEDBD35D2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NKAAEDBCDAC3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NKAAEDBB88E6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:98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:138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:132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E97D521C-A2B9-628C-5A0E-EFAC60FAA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81" y="828040"/>
            <a:ext cx="2215660" cy="221566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53C10E1-C86F-2E53-C9C0-0A387D9EC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031" y="832682"/>
            <a:ext cx="2215660" cy="22156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6DBB960-66FA-E9C9-0ACD-B3CBA9F2F3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815" y="828040"/>
            <a:ext cx="2215660" cy="221566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DA182F4-458E-05F8-FE67-DAD7A8532C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865" y="828040"/>
            <a:ext cx="2215661" cy="221566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90C8545-7FAF-B57E-DB0D-C1A555EBBC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6649" y="828040"/>
            <a:ext cx="2215660" cy="221566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50982E4-F6B4-957F-2C13-72FB0FF833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431" y="3809659"/>
            <a:ext cx="3221760" cy="265062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2BCCF19-303E-E52F-66C9-452DF46C89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5303" y="3793586"/>
            <a:ext cx="3151707" cy="265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46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BE0C-0426-08A2-3D17-29B64FD5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D64B1B-2883-0362-7A79-252B3E12E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626413"/>
              </p:ext>
            </p:extLst>
          </p:nvPr>
        </p:nvGraphicFramePr>
        <p:xfrm>
          <a:off x="322014" y="59291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NKAAEDBE37G2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NKAAEDBD3AD1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NKAAE34F07G7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NKAAE2582CB5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NKAAEDBA58A6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:111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:176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:165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:156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:170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No.20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NKAAEE09ACC3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NKAAEE09B1B2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NKAAEE09AFA4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NKAAEE0992B3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NKAAEDBA51F1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:154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:189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:149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:208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:203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856C570B-AA55-B78B-BBB3-BC6F8C9F4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581" y="814408"/>
            <a:ext cx="2219570" cy="221957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9C44F20-DAA0-5EAF-A3C5-ED6C3478A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65134" y="824568"/>
            <a:ext cx="2219570" cy="221957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0F1B30D-126E-A24D-8071-FDF1701808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002" y="824567"/>
            <a:ext cx="2219571" cy="221957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C9290C7-898F-9B26-4037-0B5038C21F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538" y="824567"/>
            <a:ext cx="2219571" cy="221957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BF6D3E1-C392-2A7B-6F0B-F684A5D6DB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56" y="4169462"/>
            <a:ext cx="2219570" cy="221957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DC85575-44EB-0F2D-EC50-EB5FA92770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668" y="4169462"/>
            <a:ext cx="2219570" cy="221957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4DDEFDBD-B6C5-C16B-D3CE-370F60E4B7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134" y="4169462"/>
            <a:ext cx="2219570" cy="221957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6A11B76F-B003-A89A-2448-628A7810BC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003" y="4169463"/>
            <a:ext cx="2219570" cy="221957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D83F2290-F98D-502E-A00F-D44ACCBD8C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538" y="4169462"/>
            <a:ext cx="2219570" cy="221957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87AC6CB-9C94-D23B-B369-74183D46717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54" y="797559"/>
            <a:ext cx="2219571" cy="221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16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E5805-44FB-0035-CE01-A1D4A9E9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5A4C2BB-746D-DF31-A62E-BBEFB99CB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50093"/>
              </p:ext>
            </p:extLst>
          </p:nvPr>
        </p:nvGraphicFramePr>
        <p:xfrm>
          <a:off x="289180" y="118583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NKAAEDBA86B6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NKAAEDBA54D2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NKAAEE0700C2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NKAAEE06DDD4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NKAAEE0707F2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:205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:233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:46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:50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No.10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No.9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No.8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No.7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No.6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NKAAEDB816F7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NKAAEDB7ECE1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NKAAEDB822D3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NKAAEE06A6F1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NKAAEDB7EDD4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:72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:40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:36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:79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數量</a:t>
                      </a:r>
                      <a:r>
                        <a:rPr lang="en-US" altLang="zh-TW" sz="1400" dirty="0"/>
                        <a:t>:43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A18BCB0C-ECE6-2E3B-9476-080C19839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0" y="806502"/>
            <a:ext cx="2199250" cy="21992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032BEF0-3B1D-B696-F222-A8B75A6FD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100" y="806502"/>
            <a:ext cx="2199251" cy="219925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C73ED1F-1381-5E68-98E2-D070B929BD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70" y="806501"/>
            <a:ext cx="2199251" cy="219925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9378E4E-4F74-1F27-E867-827C843C56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441" y="806502"/>
            <a:ext cx="2199250" cy="21992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002F8B6-1C7E-9FDA-68E4-D86DDAC8CD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900" y="806502"/>
            <a:ext cx="2199250" cy="219925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885338D-82DE-1000-C96A-0B7B4A0F5F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39" y="4220261"/>
            <a:ext cx="2199251" cy="2199251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7FE370D-D508-8652-615E-DCD9C92E6A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60349" y="4220261"/>
            <a:ext cx="2199250" cy="219925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45CDBB03-2076-CA91-FE14-28F6733EC7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9" y="4220261"/>
            <a:ext cx="2199251" cy="2199251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9E03887C-84F0-756B-983D-CEA1F5352B1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190" y="4220261"/>
            <a:ext cx="2199251" cy="219925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9AFDD871-B280-48E8-0FFE-6196D58469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651" y="4220261"/>
            <a:ext cx="2199251" cy="219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37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94F2F-BC16-56F8-B07B-86AD079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425995-A7B2-3607-F5E3-FCA452A1D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152088"/>
              </p:ext>
            </p:extLst>
          </p:nvPr>
        </p:nvGraphicFramePr>
        <p:xfrm>
          <a:off x="320430" y="78154"/>
          <a:ext cx="11496430" cy="67394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99286">
                  <a:extLst>
                    <a:ext uri="{9D8B030D-6E8A-4147-A177-3AD203B41FA5}">
                      <a16:colId xmlns:a16="http://schemas.microsoft.com/office/drawing/2014/main" val="26142537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3800501995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23846571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556724632"/>
                    </a:ext>
                  </a:extLst>
                </a:gridCol>
                <a:gridCol w="2299286">
                  <a:extLst>
                    <a:ext uri="{9D8B030D-6E8A-4147-A177-3AD203B41FA5}">
                      <a16:colId xmlns:a16="http://schemas.microsoft.com/office/drawing/2014/main" val="4082283365"/>
                    </a:ext>
                  </a:extLst>
                </a:gridCol>
              </a:tblGrid>
              <a:tr h="3469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No.5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No.4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No.3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No.2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No.1</a:t>
                      </a: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7483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NKAAEDB7EFC2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NKAAEDB824C1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NKAAEDB778H2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NKAAEDB779G5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NKAAEE06A7E4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681905"/>
                  </a:ext>
                </a:extLst>
              </a:tr>
              <a:tr h="2340023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834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:63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數量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:85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40447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77505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01455"/>
                  </a:ext>
                </a:extLst>
              </a:tr>
              <a:tr h="2317400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308"/>
                  </a:ext>
                </a:extLst>
              </a:tr>
              <a:tr h="346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24281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1582C8C2-4932-D62A-E696-87649422A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0" y="826821"/>
            <a:ext cx="2170379" cy="217037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68B467F-5BCF-BE8E-D602-0A3C214C9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77597" y="826821"/>
            <a:ext cx="2170379" cy="217037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AF9A5D0-F54E-B1B0-8390-F67BC54421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251" y="826821"/>
            <a:ext cx="2170379" cy="217037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66EC26F-824C-145D-A833-8693127161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465" y="826820"/>
            <a:ext cx="2170379" cy="217037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3C31EE4-4EF8-ABB0-409C-F16114A7A5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119" y="826820"/>
            <a:ext cx="2170380" cy="217038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79B1B19-344D-9C08-3FEB-5B4854C005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430" y="3824015"/>
            <a:ext cx="3177372" cy="263330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EFF8ACD-80ED-56DD-CC5F-B58B7D6431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1983" y="3824015"/>
            <a:ext cx="3177372" cy="264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04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5440</TotalTime>
  <Words>1423</Words>
  <Application>Microsoft Office PowerPoint</Application>
  <PresentationFormat>寬螢幕</PresentationFormat>
  <Paragraphs>624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佑翰 林</cp:lastModifiedBy>
  <cp:revision>328</cp:revision>
  <dcterms:created xsi:type="dcterms:W3CDTF">2025-09-16T07:48:19Z</dcterms:created>
  <dcterms:modified xsi:type="dcterms:W3CDTF">2025-11-14T06:21:28Z</dcterms:modified>
</cp:coreProperties>
</file>