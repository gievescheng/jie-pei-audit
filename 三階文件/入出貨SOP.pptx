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5" r:id="rId5"/>
    <p:sldId id="260" r:id="rId6"/>
    <p:sldId id="261" r:id="rId7"/>
    <p:sldId id="257" r:id="rId8"/>
    <p:sldId id="264" r:id="rId9"/>
    <p:sldId id="266" r:id="rId10"/>
    <p:sldId id="267" r:id="rId11"/>
    <p:sldId id="259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FB98A0-84F5-4DF5-97D1-325C093801D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E52B4F2-704D-4099-8A26-4594AE8370A2}">
      <dgm:prSet phldrT="[文字]"/>
      <dgm:spPr/>
      <dgm:t>
        <a:bodyPr/>
        <a:lstStyle/>
        <a:p>
          <a:r>
            <a:rPr lang="en-US" altLang="zh-TW" dirty="0" smtClean="0"/>
            <a:t>清洗完成 </a:t>
          </a:r>
          <a:endParaRPr lang="zh-TW" altLang="en-US" dirty="0"/>
        </a:p>
      </dgm:t>
    </dgm:pt>
    <dgm:pt modelId="{E561EE6E-D660-45BF-A12F-42924F9070B7}" type="parTrans" cxnId="{5060E094-1C1A-4AE0-A51D-90D4174561FE}">
      <dgm:prSet/>
      <dgm:spPr/>
      <dgm:t>
        <a:bodyPr/>
        <a:lstStyle/>
        <a:p>
          <a:endParaRPr lang="zh-TW" altLang="en-US"/>
        </a:p>
      </dgm:t>
    </dgm:pt>
    <dgm:pt modelId="{DE74FC55-8163-4FA6-90A7-B9DA3DE86EC0}" type="sibTrans" cxnId="{5060E094-1C1A-4AE0-A51D-90D4174561FE}">
      <dgm:prSet/>
      <dgm:spPr/>
      <dgm:t>
        <a:bodyPr/>
        <a:lstStyle/>
        <a:p>
          <a:endParaRPr lang="zh-TW" altLang="en-US"/>
        </a:p>
      </dgm:t>
    </dgm:pt>
    <dgm:pt modelId="{3C7C0D8C-BECE-44A0-AC77-879B1E316D54}">
      <dgm:prSet phldrT="[文字]"/>
      <dgm:spPr/>
      <dgm:t>
        <a:bodyPr/>
        <a:lstStyle/>
        <a:p>
          <a:r>
            <a:rPr lang="en-US" altLang="zh-TW" dirty="0" smtClean="0"/>
            <a:t>AOI/TTV OK</a:t>
          </a:r>
          <a:endParaRPr lang="zh-TW" altLang="en-US" dirty="0"/>
        </a:p>
      </dgm:t>
    </dgm:pt>
    <dgm:pt modelId="{A46BF00A-975F-4E33-B1A5-3E4761EFA418}" type="parTrans" cxnId="{71A22838-974D-4E9B-B52C-50EE99F8893B}">
      <dgm:prSet/>
      <dgm:spPr/>
      <dgm:t>
        <a:bodyPr/>
        <a:lstStyle/>
        <a:p>
          <a:endParaRPr lang="zh-TW" altLang="en-US"/>
        </a:p>
      </dgm:t>
    </dgm:pt>
    <dgm:pt modelId="{6AC2AAE5-3CD2-4B44-B41E-6495E9F20208}" type="sibTrans" cxnId="{71A22838-974D-4E9B-B52C-50EE99F8893B}">
      <dgm:prSet/>
      <dgm:spPr/>
      <dgm:t>
        <a:bodyPr/>
        <a:lstStyle/>
        <a:p>
          <a:endParaRPr lang="zh-TW" altLang="en-US"/>
        </a:p>
      </dgm:t>
    </dgm:pt>
    <dgm:pt modelId="{231C3316-D6E2-4B0E-8867-27B1BC93ADBB}">
      <dgm:prSet phldrT="[文字]"/>
      <dgm:spPr/>
      <dgm:t>
        <a:bodyPr/>
        <a:lstStyle/>
        <a:p>
          <a:r>
            <a:rPr lang="en-US" altLang="zh-TW" dirty="0" err="1" smtClean="0"/>
            <a:t>放入</a:t>
          </a:r>
          <a:r>
            <a:rPr lang="en-US" altLang="zh-TW" dirty="0" smtClean="0"/>
            <a:t> FOUP </a:t>
          </a:r>
          <a:endParaRPr lang="zh-TW" altLang="en-US" dirty="0"/>
        </a:p>
      </dgm:t>
    </dgm:pt>
    <dgm:pt modelId="{E67DF577-1C2B-4DBC-9B7B-CB209A33F36B}" type="parTrans" cxnId="{66A02534-8311-4576-AD4B-EC2394319650}">
      <dgm:prSet/>
      <dgm:spPr/>
      <dgm:t>
        <a:bodyPr/>
        <a:lstStyle/>
        <a:p>
          <a:endParaRPr lang="zh-TW" altLang="en-US"/>
        </a:p>
      </dgm:t>
    </dgm:pt>
    <dgm:pt modelId="{6DC9D310-70FF-4174-B102-00E0F422B83A}" type="sibTrans" cxnId="{66A02534-8311-4576-AD4B-EC2394319650}">
      <dgm:prSet/>
      <dgm:spPr/>
      <dgm:t>
        <a:bodyPr/>
        <a:lstStyle/>
        <a:p>
          <a:endParaRPr lang="zh-TW" altLang="en-US"/>
        </a:p>
      </dgm:t>
    </dgm:pt>
    <dgm:pt modelId="{4B426785-C6A4-409E-A8A0-4EF566ED939E}">
      <dgm:prSet/>
      <dgm:spPr/>
      <dgm:t>
        <a:bodyPr/>
        <a:lstStyle/>
        <a:p>
          <a:r>
            <a:rPr lang="en-US" altLang="zh-TW" smtClean="0"/>
            <a:t>包裝區</a:t>
          </a:r>
          <a:endParaRPr lang="zh-TW" altLang="en-US"/>
        </a:p>
      </dgm:t>
    </dgm:pt>
    <dgm:pt modelId="{4ADBBE1E-7653-41AE-9914-1B163AEF2FD0}" type="parTrans" cxnId="{1F1E4E72-01F0-463C-8C8A-B5B7E49E6F80}">
      <dgm:prSet/>
      <dgm:spPr/>
      <dgm:t>
        <a:bodyPr/>
        <a:lstStyle/>
        <a:p>
          <a:endParaRPr lang="zh-TW" altLang="en-US"/>
        </a:p>
      </dgm:t>
    </dgm:pt>
    <dgm:pt modelId="{00565AA1-19D8-4E54-B946-8F5815C7F98C}" type="sibTrans" cxnId="{1F1E4E72-01F0-463C-8C8A-B5B7E49E6F80}">
      <dgm:prSet/>
      <dgm:spPr/>
      <dgm:t>
        <a:bodyPr/>
        <a:lstStyle/>
        <a:p>
          <a:endParaRPr lang="zh-TW" altLang="en-US"/>
        </a:p>
      </dgm:t>
    </dgm:pt>
    <dgm:pt modelId="{D5BFF6CC-4E61-412A-AAA6-2D63D8B1D481}">
      <dgm:prSet/>
      <dgm:spPr/>
      <dgm:t>
        <a:bodyPr/>
        <a:lstStyle/>
        <a:p>
          <a:r>
            <a:rPr lang="en-US" altLang="zh-TW" dirty="0" err="1" smtClean="0"/>
            <a:t>放入</a:t>
          </a:r>
          <a:r>
            <a:rPr lang="en-US" altLang="zh-TW" dirty="0" smtClean="0"/>
            <a:t> HI-BOX</a:t>
          </a:r>
          <a:endParaRPr lang="zh-TW" altLang="en-US" dirty="0"/>
        </a:p>
      </dgm:t>
    </dgm:pt>
    <dgm:pt modelId="{89EF0279-9368-4511-8C57-086AB516C6D5}" type="parTrans" cxnId="{6DEBD0DE-FD00-4127-A381-C8427869F427}">
      <dgm:prSet/>
      <dgm:spPr/>
      <dgm:t>
        <a:bodyPr/>
        <a:lstStyle/>
        <a:p>
          <a:endParaRPr lang="zh-TW" altLang="en-US"/>
        </a:p>
      </dgm:t>
    </dgm:pt>
    <dgm:pt modelId="{BBA5AA20-F869-4E3F-85D3-88AA460C4D49}" type="sibTrans" cxnId="{6DEBD0DE-FD00-4127-A381-C8427869F427}">
      <dgm:prSet/>
      <dgm:spPr/>
      <dgm:t>
        <a:bodyPr/>
        <a:lstStyle/>
        <a:p>
          <a:endParaRPr lang="zh-TW" altLang="en-US"/>
        </a:p>
      </dgm:t>
    </dgm:pt>
    <dgm:pt modelId="{E94DC29D-2908-456A-82D4-EA6763233D7C}">
      <dgm:prSet/>
      <dgm:spPr/>
      <dgm:t>
        <a:bodyPr/>
        <a:lstStyle/>
        <a:p>
          <a:r>
            <a:rPr lang="en-US" altLang="zh-TW" dirty="0" err="1" smtClean="0"/>
            <a:t>固定材料</a:t>
          </a:r>
          <a:endParaRPr lang="zh-TW" altLang="en-US" dirty="0"/>
        </a:p>
      </dgm:t>
    </dgm:pt>
    <dgm:pt modelId="{DD6F2EC8-A38A-49A1-AA29-469D8F5E0374}" type="parTrans" cxnId="{6264B710-FA55-4B7B-A7DD-F535577CA955}">
      <dgm:prSet/>
      <dgm:spPr/>
      <dgm:t>
        <a:bodyPr/>
        <a:lstStyle/>
        <a:p>
          <a:endParaRPr lang="zh-TW" altLang="en-US"/>
        </a:p>
      </dgm:t>
    </dgm:pt>
    <dgm:pt modelId="{E3F0E349-B194-47E7-A4DA-7E256418D15A}" type="sibTrans" cxnId="{6264B710-FA55-4B7B-A7DD-F535577CA955}">
      <dgm:prSet/>
      <dgm:spPr/>
      <dgm:t>
        <a:bodyPr/>
        <a:lstStyle/>
        <a:p>
          <a:endParaRPr lang="zh-TW" altLang="en-US"/>
        </a:p>
      </dgm:t>
    </dgm:pt>
    <dgm:pt modelId="{818E2526-B4BC-4D2D-9B32-297E80082A1F}">
      <dgm:prSet/>
      <dgm:spPr/>
      <dgm:t>
        <a:bodyPr/>
        <a:lstStyle/>
        <a:p>
          <a:r>
            <a:rPr lang="en-US" altLang="zh-TW" smtClean="0"/>
            <a:t>封箱</a:t>
          </a:r>
          <a:endParaRPr lang="zh-TW" altLang="en-US"/>
        </a:p>
      </dgm:t>
    </dgm:pt>
    <dgm:pt modelId="{8975EAD2-FECB-4773-B591-1EC4A5F96DA3}" type="parTrans" cxnId="{1295B194-23EB-4288-A851-F6A8854A1D49}">
      <dgm:prSet/>
      <dgm:spPr/>
      <dgm:t>
        <a:bodyPr/>
        <a:lstStyle/>
        <a:p>
          <a:endParaRPr lang="zh-TW" altLang="en-US"/>
        </a:p>
      </dgm:t>
    </dgm:pt>
    <dgm:pt modelId="{D01F9FCF-2A29-42C3-B3E3-63346E55FB12}" type="sibTrans" cxnId="{1295B194-23EB-4288-A851-F6A8854A1D49}">
      <dgm:prSet/>
      <dgm:spPr/>
      <dgm:t>
        <a:bodyPr/>
        <a:lstStyle/>
        <a:p>
          <a:endParaRPr lang="zh-TW" altLang="en-US"/>
        </a:p>
      </dgm:t>
    </dgm:pt>
    <dgm:pt modelId="{8FBE9374-1134-43A2-A420-20C6C31AB90B}">
      <dgm:prSet/>
      <dgm:spPr/>
      <dgm:t>
        <a:bodyPr/>
        <a:lstStyle/>
        <a:p>
          <a:r>
            <a:rPr lang="en-US" altLang="zh-TW" smtClean="0"/>
            <a:t>貼標</a:t>
          </a:r>
          <a:endParaRPr lang="zh-TW" altLang="en-US"/>
        </a:p>
      </dgm:t>
    </dgm:pt>
    <dgm:pt modelId="{C58FB6B7-0662-4F11-953C-BD4C9DCB26AA}" type="parTrans" cxnId="{288A02E3-060B-459B-845B-3BCD6161DBE7}">
      <dgm:prSet/>
      <dgm:spPr/>
      <dgm:t>
        <a:bodyPr/>
        <a:lstStyle/>
        <a:p>
          <a:endParaRPr lang="zh-TW" altLang="en-US"/>
        </a:p>
      </dgm:t>
    </dgm:pt>
    <dgm:pt modelId="{DB6DEE19-97D7-4378-95C7-9FAFE5E35C36}" type="sibTrans" cxnId="{288A02E3-060B-459B-845B-3BCD6161DBE7}">
      <dgm:prSet/>
      <dgm:spPr/>
      <dgm:t>
        <a:bodyPr/>
        <a:lstStyle/>
        <a:p>
          <a:endParaRPr lang="zh-TW" altLang="en-US"/>
        </a:p>
      </dgm:t>
    </dgm:pt>
    <dgm:pt modelId="{75761B1C-2B89-479C-B409-6505B4AB71E2}">
      <dgm:prSet/>
      <dgm:spPr/>
      <dgm:t>
        <a:bodyPr/>
        <a:lstStyle/>
        <a:p>
          <a:r>
            <a:rPr lang="en-US" altLang="zh-TW" dirty="0" err="1" smtClean="0"/>
            <a:t>出貨</a:t>
          </a:r>
          <a:endParaRPr lang="zh-TW" altLang="en-US" dirty="0"/>
        </a:p>
      </dgm:t>
    </dgm:pt>
    <dgm:pt modelId="{0B481D00-E690-4B8D-96A4-DEE01D947122}" type="parTrans" cxnId="{C6D186C2-A9D3-4773-8ECD-5E61D5A1CB5C}">
      <dgm:prSet/>
      <dgm:spPr/>
      <dgm:t>
        <a:bodyPr/>
        <a:lstStyle/>
        <a:p>
          <a:endParaRPr lang="zh-TW" altLang="en-US"/>
        </a:p>
      </dgm:t>
    </dgm:pt>
    <dgm:pt modelId="{E5FD346B-ABF0-4DBA-B42E-8C437007C8F4}" type="sibTrans" cxnId="{C6D186C2-A9D3-4773-8ECD-5E61D5A1CB5C}">
      <dgm:prSet/>
      <dgm:spPr/>
      <dgm:t>
        <a:bodyPr/>
        <a:lstStyle/>
        <a:p>
          <a:endParaRPr lang="zh-TW" altLang="en-US"/>
        </a:p>
      </dgm:t>
    </dgm:pt>
    <dgm:pt modelId="{78E4D500-94B8-440D-A8CB-463404A777E3}">
      <dgm:prSet/>
      <dgm:spPr/>
      <dgm:t>
        <a:bodyPr/>
        <a:lstStyle/>
        <a:p>
          <a:r>
            <a:rPr lang="en-US" altLang="zh-TW" dirty="0" err="1" smtClean="0"/>
            <a:t>物流交接</a:t>
          </a:r>
          <a:endParaRPr lang="zh-TW" altLang="zh-TW" dirty="0"/>
        </a:p>
      </dgm:t>
    </dgm:pt>
    <dgm:pt modelId="{6810CF37-B229-4AA5-AC52-E7F57BBD0AF9}" type="parTrans" cxnId="{039C9714-68FB-49C8-A533-228812F42F9C}">
      <dgm:prSet/>
      <dgm:spPr/>
      <dgm:t>
        <a:bodyPr/>
        <a:lstStyle/>
        <a:p>
          <a:endParaRPr lang="zh-TW" altLang="en-US"/>
        </a:p>
      </dgm:t>
    </dgm:pt>
    <dgm:pt modelId="{08EF778F-6B55-4521-B36C-9833F9F9BCF0}" type="sibTrans" cxnId="{039C9714-68FB-49C8-A533-228812F42F9C}">
      <dgm:prSet/>
      <dgm:spPr/>
      <dgm:t>
        <a:bodyPr/>
        <a:lstStyle/>
        <a:p>
          <a:endParaRPr lang="zh-TW" altLang="en-US"/>
        </a:p>
      </dgm:t>
    </dgm:pt>
    <dgm:pt modelId="{1A45166B-2920-44A1-AAEB-F514D98D3ADF}" type="pres">
      <dgm:prSet presAssocID="{9BFB98A0-84F5-4DF5-97D1-325C093801D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D7417E90-B2BC-400A-BD68-F3B3575A2959}" type="pres">
      <dgm:prSet presAssocID="{9E52B4F2-704D-4099-8A26-4594AE8370A2}" presName="node" presStyleLbl="node1" presStyleIdx="0" presStyleCnt="10" custScaleX="245924" custLinFactX="65587" custLinFactY="-104699" custLinFactNeighborX="100000" custLinFactNeighborY="-2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0A81D95-1B9C-4814-97F3-7B81392B897A}" type="pres">
      <dgm:prSet presAssocID="{DE74FC55-8163-4FA6-90A7-B9DA3DE86EC0}" presName="sibTrans" presStyleLbl="sibTrans2D1" presStyleIdx="0" presStyleCnt="9"/>
      <dgm:spPr/>
      <dgm:t>
        <a:bodyPr/>
        <a:lstStyle/>
        <a:p>
          <a:endParaRPr lang="zh-TW" altLang="en-US"/>
        </a:p>
      </dgm:t>
    </dgm:pt>
    <dgm:pt modelId="{8AD65682-1A10-44BC-8D29-985E7C1E65BF}" type="pres">
      <dgm:prSet presAssocID="{DE74FC55-8163-4FA6-90A7-B9DA3DE86EC0}" presName="connectorText" presStyleLbl="sibTrans2D1" presStyleIdx="0" presStyleCnt="9"/>
      <dgm:spPr/>
      <dgm:t>
        <a:bodyPr/>
        <a:lstStyle/>
        <a:p>
          <a:endParaRPr lang="zh-TW" altLang="en-US"/>
        </a:p>
      </dgm:t>
    </dgm:pt>
    <dgm:pt modelId="{2E1B66C3-23BD-4C03-BB40-8E2D28D3AA8B}" type="pres">
      <dgm:prSet presAssocID="{3C7C0D8C-BECE-44A0-AC77-879B1E316D54}" presName="node" presStyleLbl="node1" presStyleIdx="1" presStyleCnt="10" custLinFactX="100000" custLinFactY="-104678" custLinFactNeighborX="139156" custLinFactNeighborY="-2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BC0FAA1-0FC7-4C38-AD4A-23515F444D47}" type="pres">
      <dgm:prSet presAssocID="{6AC2AAE5-3CD2-4B44-B41E-6495E9F20208}" presName="sibTrans" presStyleLbl="sibTrans2D1" presStyleIdx="1" presStyleCnt="9"/>
      <dgm:spPr/>
      <dgm:t>
        <a:bodyPr/>
        <a:lstStyle/>
        <a:p>
          <a:endParaRPr lang="zh-TW" altLang="en-US"/>
        </a:p>
      </dgm:t>
    </dgm:pt>
    <dgm:pt modelId="{FBC4B8BF-DA7E-4BC1-AE96-371CFF00BF1A}" type="pres">
      <dgm:prSet presAssocID="{6AC2AAE5-3CD2-4B44-B41E-6495E9F20208}" presName="connectorText" presStyleLbl="sibTrans2D1" presStyleIdx="1" presStyleCnt="9"/>
      <dgm:spPr/>
      <dgm:t>
        <a:bodyPr/>
        <a:lstStyle/>
        <a:p>
          <a:endParaRPr lang="zh-TW" altLang="en-US"/>
        </a:p>
      </dgm:t>
    </dgm:pt>
    <dgm:pt modelId="{31651F15-B880-416C-89C4-A44DAE42FB29}" type="pres">
      <dgm:prSet presAssocID="{231C3316-D6E2-4B0E-8867-27B1BC93ADBB}" presName="node" presStyleLbl="node1" presStyleIdx="2" presStyleCnt="10" custLinFactX="109512" custLinFactY="-108777" custLinFactNeighborX="200000" custLinFactNeighborY="-2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7B55768-50B5-49F6-B15A-FE218B346778}" type="pres">
      <dgm:prSet presAssocID="{6DC9D310-70FF-4174-B102-00E0F422B83A}" presName="sibTrans" presStyleLbl="sibTrans2D1" presStyleIdx="2" presStyleCnt="9"/>
      <dgm:spPr/>
      <dgm:t>
        <a:bodyPr/>
        <a:lstStyle/>
        <a:p>
          <a:endParaRPr lang="zh-TW" altLang="en-US"/>
        </a:p>
      </dgm:t>
    </dgm:pt>
    <dgm:pt modelId="{F338B515-094F-44FE-AD95-3D0F75663BC3}" type="pres">
      <dgm:prSet presAssocID="{6DC9D310-70FF-4174-B102-00E0F422B83A}" presName="connectorText" presStyleLbl="sibTrans2D1" presStyleIdx="2" presStyleCnt="9"/>
      <dgm:spPr/>
      <dgm:t>
        <a:bodyPr/>
        <a:lstStyle/>
        <a:p>
          <a:endParaRPr lang="zh-TW" altLang="en-US"/>
        </a:p>
      </dgm:t>
    </dgm:pt>
    <dgm:pt modelId="{F477C93C-DD70-4301-B29B-32E88004D53A}" type="pres">
      <dgm:prSet presAssocID="{4B426785-C6A4-409E-A8A0-4EF566ED939E}" presName="node" presStyleLbl="node1" presStyleIdx="3" presStyleCnt="10" custLinFactX="151568" custLinFactY="-108735" custLinFactNeighborX="200000" custLinFactNeighborY="-2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B223E1E-2BDA-44A5-BFA1-5D37EBF8A7F5}" type="pres">
      <dgm:prSet presAssocID="{00565AA1-19D8-4E54-B946-8F5815C7F98C}" presName="sibTrans" presStyleLbl="sibTrans2D1" presStyleIdx="3" presStyleCnt="9"/>
      <dgm:spPr/>
      <dgm:t>
        <a:bodyPr/>
        <a:lstStyle/>
        <a:p>
          <a:endParaRPr lang="zh-TW" altLang="en-US"/>
        </a:p>
      </dgm:t>
    </dgm:pt>
    <dgm:pt modelId="{6B9B4905-5DDA-4114-8971-5E55F8F8DF13}" type="pres">
      <dgm:prSet presAssocID="{00565AA1-19D8-4E54-B946-8F5815C7F98C}" presName="connectorText" presStyleLbl="sibTrans2D1" presStyleIdx="3" presStyleCnt="9"/>
      <dgm:spPr/>
      <dgm:t>
        <a:bodyPr/>
        <a:lstStyle/>
        <a:p>
          <a:endParaRPr lang="zh-TW" altLang="en-US"/>
        </a:p>
      </dgm:t>
    </dgm:pt>
    <dgm:pt modelId="{52FA7551-1EE1-4A49-ABA5-88D728507C88}" type="pres">
      <dgm:prSet presAssocID="{D5BFF6CC-4E61-412A-AAA6-2D63D8B1D481}" presName="node" presStyleLbl="node1" presStyleIdx="4" presStyleCnt="10" custScaleX="252247" custLinFactX="195530" custLinFactY="-107283" custLinFactNeighborX="200000" custLinFactNeighborY="-20000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70AE72B-E65A-4E08-86B7-B15FF27C952B}" type="pres">
      <dgm:prSet presAssocID="{BBA5AA20-F869-4E3F-85D3-88AA460C4D49}" presName="sibTrans" presStyleLbl="sibTrans2D1" presStyleIdx="4" presStyleCnt="9" custScaleX="73562" custScaleY="87933"/>
      <dgm:spPr/>
      <dgm:t>
        <a:bodyPr/>
        <a:lstStyle/>
        <a:p>
          <a:endParaRPr lang="zh-TW" altLang="en-US"/>
        </a:p>
      </dgm:t>
    </dgm:pt>
    <dgm:pt modelId="{78C67C11-21C8-41A1-A637-4AD84C9FB786}" type="pres">
      <dgm:prSet presAssocID="{BBA5AA20-F869-4E3F-85D3-88AA460C4D49}" presName="connectorText" presStyleLbl="sibTrans2D1" presStyleIdx="4" presStyleCnt="9"/>
      <dgm:spPr/>
      <dgm:t>
        <a:bodyPr/>
        <a:lstStyle/>
        <a:p>
          <a:endParaRPr lang="zh-TW" altLang="en-US"/>
        </a:p>
      </dgm:t>
    </dgm:pt>
    <dgm:pt modelId="{1CC6CE46-F8E7-4B28-BB1F-A028A87F6E68}" type="pres">
      <dgm:prSet presAssocID="{E94DC29D-2908-456A-82D4-EA6763233D7C}" presName="node" presStyleLbl="node1" presStyleIdx="5" presStyleCnt="10" custScaleX="164490" custScaleY="117901" custLinFactX="60327" custLinFactNeighborX="100000" custLinFactNeighborY="-5901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B19E029-9361-42CB-BCB9-0317E2F38BE2}" type="pres">
      <dgm:prSet presAssocID="{E3F0E349-B194-47E7-A4DA-7E256418D15A}" presName="sibTrans" presStyleLbl="sibTrans2D1" presStyleIdx="5" presStyleCnt="9"/>
      <dgm:spPr/>
      <dgm:t>
        <a:bodyPr/>
        <a:lstStyle/>
        <a:p>
          <a:endParaRPr lang="zh-TW" altLang="en-US"/>
        </a:p>
      </dgm:t>
    </dgm:pt>
    <dgm:pt modelId="{E637EA37-7306-4BF1-9785-755EB5B0313B}" type="pres">
      <dgm:prSet presAssocID="{E3F0E349-B194-47E7-A4DA-7E256418D15A}" presName="connectorText" presStyleLbl="sibTrans2D1" presStyleIdx="5" presStyleCnt="9"/>
      <dgm:spPr/>
      <dgm:t>
        <a:bodyPr/>
        <a:lstStyle/>
        <a:p>
          <a:endParaRPr lang="zh-TW" altLang="en-US"/>
        </a:p>
      </dgm:t>
    </dgm:pt>
    <dgm:pt modelId="{82E40E52-6170-481A-A9F9-D26970026471}" type="pres">
      <dgm:prSet presAssocID="{818E2526-B4BC-4D2D-9B32-297E80082A1F}" presName="node" presStyleLbl="node1" presStyleIdx="6" presStyleCnt="10" custScaleY="90672" custLinFactX="-200000" custLinFactNeighborX="-228615" custLinFactNeighborY="-6055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21D9EFE-1DDB-4A87-98AE-62DD440F443D}" type="pres">
      <dgm:prSet presAssocID="{D01F9FCF-2A29-42C3-B3E3-63346E55FB12}" presName="sibTrans" presStyleLbl="sibTrans2D1" presStyleIdx="6" presStyleCnt="9"/>
      <dgm:spPr/>
      <dgm:t>
        <a:bodyPr/>
        <a:lstStyle/>
        <a:p>
          <a:endParaRPr lang="zh-TW" altLang="en-US"/>
        </a:p>
      </dgm:t>
    </dgm:pt>
    <dgm:pt modelId="{A012ED62-144B-4132-97CA-BCD22790A1E8}" type="pres">
      <dgm:prSet presAssocID="{D01F9FCF-2A29-42C3-B3E3-63346E55FB12}" presName="connectorText" presStyleLbl="sibTrans2D1" presStyleIdx="6" presStyleCnt="9"/>
      <dgm:spPr/>
      <dgm:t>
        <a:bodyPr/>
        <a:lstStyle/>
        <a:p>
          <a:endParaRPr lang="zh-TW" altLang="en-US"/>
        </a:p>
      </dgm:t>
    </dgm:pt>
    <dgm:pt modelId="{BE881AA9-C762-47AF-8808-567C71E32BDE}" type="pres">
      <dgm:prSet presAssocID="{8FBE9374-1134-43A2-A420-20C6C31AB90B}" presName="node" presStyleLbl="node1" presStyleIdx="7" presStyleCnt="10" custLinFactX="-436617" custLinFactNeighborX="-500000" custLinFactNeighborY="-6348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3C0259E-6241-436C-841E-B20AC87FD981}" type="pres">
      <dgm:prSet presAssocID="{DB6DEE19-97D7-4378-95C7-9FAFE5E35C36}" presName="sibTrans" presStyleLbl="sibTrans2D1" presStyleIdx="7" presStyleCnt="9"/>
      <dgm:spPr/>
      <dgm:t>
        <a:bodyPr/>
        <a:lstStyle/>
        <a:p>
          <a:endParaRPr lang="zh-TW" altLang="en-US"/>
        </a:p>
      </dgm:t>
    </dgm:pt>
    <dgm:pt modelId="{0E5C6218-4C6C-4514-AC27-412E4C0821DC}" type="pres">
      <dgm:prSet presAssocID="{DB6DEE19-97D7-4378-95C7-9FAFE5E35C36}" presName="connectorText" presStyleLbl="sibTrans2D1" presStyleIdx="7" presStyleCnt="9"/>
      <dgm:spPr/>
      <dgm:t>
        <a:bodyPr/>
        <a:lstStyle/>
        <a:p>
          <a:endParaRPr lang="zh-TW" altLang="en-US"/>
        </a:p>
      </dgm:t>
    </dgm:pt>
    <dgm:pt modelId="{3E647F0F-19EC-4B62-9236-45F7C896E1F4}" type="pres">
      <dgm:prSet presAssocID="{75761B1C-2B89-479C-B409-6505B4AB71E2}" presName="node" presStyleLbl="node1" presStyleIdx="8" presStyleCnt="10" custLinFactX="-700000" custLinFactNeighborX="-704288" custLinFactNeighborY="-6164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03CD464-6C9E-4597-9211-A73AD2A91C00}" type="pres">
      <dgm:prSet presAssocID="{E5FD346B-ABF0-4DBA-B42E-8C437007C8F4}" presName="sibTrans" presStyleLbl="sibTrans2D1" presStyleIdx="8" presStyleCnt="9"/>
      <dgm:spPr/>
      <dgm:t>
        <a:bodyPr/>
        <a:lstStyle/>
        <a:p>
          <a:endParaRPr lang="zh-TW" altLang="en-US"/>
        </a:p>
      </dgm:t>
    </dgm:pt>
    <dgm:pt modelId="{182585B5-45C2-46E1-BD28-4CA7A117DE96}" type="pres">
      <dgm:prSet presAssocID="{E5FD346B-ABF0-4DBA-B42E-8C437007C8F4}" presName="connectorText" presStyleLbl="sibTrans2D1" presStyleIdx="8" presStyleCnt="9"/>
      <dgm:spPr/>
      <dgm:t>
        <a:bodyPr/>
        <a:lstStyle/>
        <a:p>
          <a:endParaRPr lang="zh-TW" altLang="en-US"/>
        </a:p>
      </dgm:t>
    </dgm:pt>
    <dgm:pt modelId="{9DDBB735-3B91-426D-B02B-A90C20B8354D}" type="pres">
      <dgm:prSet presAssocID="{78E4D500-94B8-440D-A8CB-463404A777E3}" presName="node" presStyleLbl="node1" presStyleIdx="9" presStyleCnt="10" custScaleX="202291" custLinFactX="-1006835" custLinFactNeighborX="-1100000" custLinFactNeighborY="-6059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1F1E4E72-01F0-463C-8C8A-B5B7E49E6F80}" srcId="{9BFB98A0-84F5-4DF5-97D1-325C093801D6}" destId="{4B426785-C6A4-409E-A8A0-4EF566ED939E}" srcOrd="3" destOrd="0" parTransId="{4ADBBE1E-7653-41AE-9914-1B163AEF2FD0}" sibTransId="{00565AA1-19D8-4E54-B946-8F5815C7F98C}"/>
    <dgm:cxn modelId="{9183BDAC-E28D-4F09-B598-41F43D2E4E4E}" type="presOf" srcId="{BBA5AA20-F869-4E3F-85D3-88AA460C4D49}" destId="{D70AE72B-E65A-4E08-86B7-B15FF27C952B}" srcOrd="0" destOrd="0" presId="urn:microsoft.com/office/officeart/2005/8/layout/process1"/>
    <dgm:cxn modelId="{4E443A84-29B8-4DA0-AE50-06691AC67068}" type="presOf" srcId="{9BFB98A0-84F5-4DF5-97D1-325C093801D6}" destId="{1A45166B-2920-44A1-AAEB-F514D98D3ADF}" srcOrd="0" destOrd="0" presId="urn:microsoft.com/office/officeart/2005/8/layout/process1"/>
    <dgm:cxn modelId="{699F9797-D241-41D6-867B-54F8CDAA572D}" type="presOf" srcId="{DB6DEE19-97D7-4378-95C7-9FAFE5E35C36}" destId="{0E5C6218-4C6C-4514-AC27-412E4C0821DC}" srcOrd="1" destOrd="0" presId="urn:microsoft.com/office/officeart/2005/8/layout/process1"/>
    <dgm:cxn modelId="{F205B650-0B10-473D-858D-9D8D0CDB8233}" type="presOf" srcId="{DB6DEE19-97D7-4378-95C7-9FAFE5E35C36}" destId="{33C0259E-6241-436C-841E-B20AC87FD981}" srcOrd="0" destOrd="0" presId="urn:microsoft.com/office/officeart/2005/8/layout/process1"/>
    <dgm:cxn modelId="{B50712F3-B7E3-47D8-AD9E-3F2A95C7ACD2}" type="presOf" srcId="{6DC9D310-70FF-4174-B102-00E0F422B83A}" destId="{77B55768-50B5-49F6-B15A-FE218B346778}" srcOrd="0" destOrd="0" presId="urn:microsoft.com/office/officeart/2005/8/layout/process1"/>
    <dgm:cxn modelId="{798B7E34-413F-4717-9A7A-06A08EB5F2BD}" type="presOf" srcId="{D01F9FCF-2A29-42C3-B3E3-63346E55FB12}" destId="{421D9EFE-1DDB-4A87-98AE-62DD440F443D}" srcOrd="0" destOrd="0" presId="urn:microsoft.com/office/officeart/2005/8/layout/process1"/>
    <dgm:cxn modelId="{6C47F367-87AA-4682-B81D-8371C292B2BE}" type="presOf" srcId="{E94DC29D-2908-456A-82D4-EA6763233D7C}" destId="{1CC6CE46-F8E7-4B28-BB1F-A028A87F6E68}" srcOrd="0" destOrd="0" presId="urn:microsoft.com/office/officeart/2005/8/layout/process1"/>
    <dgm:cxn modelId="{82C2FC41-A7FC-4A5B-911D-9716D1666910}" type="presOf" srcId="{75761B1C-2B89-479C-B409-6505B4AB71E2}" destId="{3E647F0F-19EC-4B62-9236-45F7C896E1F4}" srcOrd="0" destOrd="0" presId="urn:microsoft.com/office/officeart/2005/8/layout/process1"/>
    <dgm:cxn modelId="{182076A4-5E96-45AF-A057-73A856487223}" type="presOf" srcId="{6DC9D310-70FF-4174-B102-00E0F422B83A}" destId="{F338B515-094F-44FE-AD95-3D0F75663BC3}" srcOrd="1" destOrd="0" presId="urn:microsoft.com/office/officeart/2005/8/layout/process1"/>
    <dgm:cxn modelId="{EBABC29B-3F63-493D-AE80-5F0C6F18582F}" type="presOf" srcId="{E5FD346B-ABF0-4DBA-B42E-8C437007C8F4}" destId="{182585B5-45C2-46E1-BD28-4CA7A117DE96}" srcOrd="1" destOrd="0" presId="urn:microsoft.com/office/officeart/2005/8/layout/process1"/>
    <dgm:cxn modelId="{2578313F-0886-460C-8EEB-F87362B1AABC}" type="presOf" srcId="{BBA5AA20-F869-4E3F-85D3-88AA460C4D49}" destId="{78C67C11-21C8-41A1-A637-4AD84C9FB786}" srcOrd="1" destOrd="0" presId="urn:microsoft.com/office/officeart/2005/8/layout/process1"/>
    <dgm:cxn modelId="{ACE6FF56-791A-4A47-A8AA-9ED221A3B38A}" type="presOf" srcId="{DE74FC55-8163-4FA6-90A7-B9DA3DE86EC0}" destId="{90A81D95-1B9C-4814-97F3-7B81392B897A}" srcOrd="0" destOrd="0" presId="urn:microsoft.com/office/officeart/2005/8/layout/process1"/>
    <dgm:cxn modelId="{C6D186C2-A9D3-4773-8ECD-5E61D5A1CB5C}" srcId="{9BFB98A0-84F5-4DF5-97D1-325C093801D6}" destId="{75761B1C-2B89-479C-B409-6505B4AB71E2}" srcOrd="8" destOrd="0" parTransId="{0B481D00-E690-4B8D-96A4-DEE01D947122}" sibTransId="{E5FD346B-ABF0-4DBA-B42E-8C437007C8F4}"/>
    <dgm:cxn modelId="{E898877B-9485-44E0-8C6B-E5F55916CB7C}" type="presOf" srcId="{D01F9FCF-2A29-42C3-B3E3-63346E55FB12}" destId="{A012ED62-144B-4132-97CA-BCD22790A1E8}" srcOrd="1" destOrd="0" presId="urn:microsoft.com/office/officeart/2005/8/layout/process1"/>
    <dgm:cxn modelId="{71A22838-974D-4E9B-B52C-50EE99F8893B}" srcId="{9BFB98A0-84F5-4DF5-97D1-325C093801D6}" destId="{3C7C0D8C-BECE-44A0-AC77-879B1E316D54}" srcOrd="1" destOrd="0" parTransId="{A46BF00A-975F-4E33-B1A5-3E4761EFA418}" sibTransId="{6AC2AAE5-3CD2-4B44-B41E-6495E9F20208}"/>
    <dgm:cxn modelId="{288A02E3-060B-459B-845B-3BCD6161DBE7}" srcId="{9BFB98A0-84F5-4DF5-97D1-325C093801D6}" destId="{8FBE9374-1134-43A2-A420-20C6C31AB90B}" srcOrd="7" destOrd="0" parTransId="{C58FB6B7-0662-4F11-953C-BD4C9DCB26AA}" sibTransId="{DB6DEE19-97D7-4378-95C7-9FAFE5E35C36}"/>
    <dgm:cxn modelId="{BA87C501-3BFC-4500-BFEF-3822A5BD4F55}" type="presOf" srcId="{9E52B4F2-704D-4099-8A26-4594AE8370A2}" destId="{D7417E90-B2BC-400A-BD68-F3B3575A2959}" srcOrd="0" destOrd="0" presId="urn:microsoft.com/office/officeart/2005/8/layout/process1"/>
    <dgm:cxn modelId="{5ACFE7EB-BE12-435D-8026-EA16D2746F6F}" type="presOf" srcId="{818E2526-B4BC-4D2D-9B32-297E80082A1F}" destId="{82E40E52-6170-481A-A9F9-D26970026471}" srcOrd="0" destOrd="0" presId="urn:microsoft.com/office/officeart/2005/8/layout/process1"/>
    <dgm:cxn modelId="{AE957EDD-4C29-494A-83EF-6818FBA10678}" type="presOf" srcId="{E3F0E349-B194-47E7-A4DA-7E256418D15A}" destId="{BB19E029-9361-42CB-BCB9-0317E2F38BE2}" srcOrd="0" destOrd="0" presId="urn:microsoft.com/office/officeart/2005/8/layout/process1"/>
    <dgm:cxn modelId="{FB810E74-386E-4835-BF89-18BFBF6B5DC8}" type="presOf" srcId="{6AC2AAE5-3CD2-4B44-B41E-6495E9F20208}" destId="{1BC0FAA1-0FC7-4C38-AD4A-23515F444D47}" srcOrd="0" destOrd="0" presId="urn:microsoft.com/office/officeart/2005/8/layout/process1"/>
    <dgm:cxn modelId="{B973BE65-8866-463C-ABE8-91143DA5305F}" type="presOf" srcId="{00565AA1-19D8-4E54-B946-8F5815C7F98C}" destId="{4B223E1E-2BDA-44A5-BFA1-5D37EBF8A7F5}" srcOrd="0" destOrd="0" presId="urn:microsoft.com/office/officeart/2005/8/layout/process1"/>
    <dgm:cxn modelId="{039C9714-68FB-49C8-A533-228812F42F9C}" srcId="{9BFB98A0-84F5-4DF5-97D1-325C093801D6}" destId="{78E4D500-94B8-440D-A8CB-463404A777E3}" srcOrd="9" destOrd="0" parTransId="{6810CF37-B229-4AA5-AC52-E7F57BBD0AF9}" sibTransId="{08EF778F-6B55-4521-B36C-9833F9F9BCF0}"/>
    <dgm:cxn modelId="{B232E3D1-0C0A-4808-9D46-1848E09CF902}" type="presOf" srcId="{3C7C0D8C-BECE-44A0-AC77-879B1E316D54}" destId="{2E1B66C3-23BD-4C03-BB40-8E2D28D3AA8B}" srcOrd="0" destOrd="0" presId="urn:microsoft.com/office/officeart/2005/8/layout/process1"/>
    <dgm:cxn modelId="{C18BFD2E-E2E4-46DA-A9C0-C5FE1BE458AF}" type="presOf" srcId="{E3F0E349-B194-47E7-A4DA-7E256418D15A}" destId="{E637EA37-7306-4BF1-9785-755EB5B0313B}" srcOrd="1" destOrd="0" presId="urn:microsoft.com/office/officeart/2005/8/layout/process1"/>
    <dgm:cxn modelId="{1295B194-23EB-4288-A851-F6A8854A1D49}" srcId="{9BFB98A0-84F5-4DF5-97D1-325C093801D6}" destId="{818E2526-B4BC-4D2D-9B32-297E80082A1F}" srcOrd="6" destOrd="0" parTransId="{8975EAD2-FECB-4773-B591-1EC4A5F96DA3}" sibTransId="{D01F9FCF-2A29-42C3-B3E3-63346E55FB12}"/>
    <dgm:cxn modelId="{66A02534-8311-4576-AD4B-EC2394319650}" srcId="{9BFB98A0-84F5-4DF5-97D1-325C093801D6}" destId="{231C3316-D6E2-4B0E-8867-27B1BC93ADBB}" srcOrd="2" destOrd="0" parTransId="{E67DF577-1C2B-4DBC-9B7B-CB209A33F36B}" sibTransId="{6DC9D310-70FF-4174-B102-00E0F422B83A}"/>
    <dgm:cxn modelId="{FAB8DFD5-28BB-4747-B84F-88B8C812B8FD}" type="presOf" srcId="{DE74FC55-8163-4FA6-90A7-B9DA3DE86EC0}" destId="{8AD65682-1A10-44BC-8D29-985E7C1E65BF}" srcOrd="1" destOrd="0" presId="urn:microsoft.com/office/officeart/2005/8/layout/process1"/>
    <dgm:cxn modelId="{6DEBD0DE-FD00-4127-A381-C8427869F427}" srcId="{9BFB98A0-84F5-4DF5-97D1-325C093801D6}" destId="{D5BFF6CC-4E61-412A-AAA6-2D63D8B1D481}" srcOrd="4" destOrd="0" parTransId="{89EF0279-9368-4511-8C57-086AB516C6D5}" sibTransId="{BBA5AA20-F869-4E3F-85D3-88AA460C4D49}"/>
    <dgm:cxn modelId="{3A492F6C-6862-4541-8A46-733E892EA6E8}" type="presOf" srcId="{6AC2AAE5-3CD2-4B44-B41E-6495E9F20208}" destId="{FBC4B8BF-DA7E-4BC1-AE96-371CFF00BF1A}" srcOrd="1" destOrd="0" presId="urn:microsoft.com/office/officeart/2005/8/layout/process1"/>
    <dgm:cxn modelId="{55FC8A16-3C9A-4847-8F55-790F0D7B0978}" type="presOf" srcId="{00565AA1-19D8-4E54-B946-8F5815C7F98C}" destId="{6B9B4905-5DDA-4114-8971-5E55F8F8DF13}" srcOrd="1" destOrd="0" presId="urn:microsoft.com/office/officeart/2005/8/layout/process1"/>
    <dgm:cxn modelId="{4B1244A7-374C-4996-A200-4E154D2B1252}" type="presOf" srcId="{8FBE9374-1134-43A2-A420-20C6C31AB90B}" destId="{BE881AA9-C762-47AF-8808-567C71E32BDE}" srcOrd="0" destOrd="0" presId="urn:microsoft.com/office/officeart/2005/8/layout/process1"/>
    <dgm:cxn modelId="{5060E094-1C1A-4AE0-A51D-90D4174561FE}" srcId="{9BFB98A0-84F5-4DF5-97D1-325C093801D6}" destId="{9E52B4F2-704D-4099-8A26-4594AE8370A2}" srcOrd="0" destOrd="0" parTransId="{E561EE6E-D660-45BF-A12F-42924F9070B7}" sibTransId="{DE74FC55-8163-4FA6-90A7-B9DA3DE86EC0}"/>
    <dgm:cxn modelId="{6264B710-FA55-4B7B-A7DD-F535577CA955}" srcId="{9BFB98A0-84F5-4DF5-97D1-325C093801D6}" destId="{E94DC29D-2908-456A-82D4-EA6763233D7C}" srcOrd="5" destOrd="0" parTransId="{DD6F2EC8-A38A-49A1-AA29-469D8F5E0374}" sibTransId="{E3F0E349-B194-47E7-A4DA-7E256418D15A}"/>
    <dgm:cxn modelId="{DD3A8405-9584-46ED-8E7D-8BF83B7B73CA}" type="presOf" srcId="{D5BFF6CC-4E61-412A-AAA6-2D63D8B1D481}" destId="{52FA7551-1EE1-4A49-ABA5-88D728507C88}" srcOrd="0" destOrd="0" presId="urn:microsoft.com/office/officeart/2005/8/layout/process1"/>
    <dgm:cxn modelId="{0226417B-5C5E-4D54-8040-D2893C4686BE}" type="presOf" srcId="{78E4D500-94B8-440D-A8CB-463404A777E3}" destId="{9DDBB735-3B91-426D-B02B-A90C20B8354D}" srcOrd="0" destOrd="0" presId="urn:microsoft.com/office/officeart/2005/8/layout/process1"/>
    <dgm:cxn modelId="{EE904215-035B-489D-A210-44191340FAC1}" type="presOf" srcId="{231C3316-D6E2-4B0E-8867-27B1BC93ADBB}" destId="{31651F15-B880-416C-89C4-A44DAE42FB29}" srcOrd="0" destOrd="0" presId="urn:microsoft.com/office/officeart/2005/8/layout/process1"/>
    <dgm:cxn modelId="{1EB07D70-4AF4-425B-903D-F499AE661B70}" type="presOf" srcId="{4B426785-C6A4-409E-A8A0-4EF566ED939E}" destId="{F477C93C-DD70-4301-B29B-32E88004D53A}" srcOrd="0" destOrd="0" presId="urn:microsoft.com/office/officeart/2005/8/layout/process1"/>
    <dgm:cxn modelId="{68101E48-7A12-479A-B91D-B3B1ECBE377B}" type="presOf" srcId="{E5FD346B-ABF0-4DBA-B42E-8C437007C8F4}" destId="{A03CD464-6C9E-4597-9211-A73AD2A91C00}" srcOrd="0" destOrd="0" presId="urn:microsoft.com/office/officeart/2005/8/layout/process1"/>
    <dgm:cxn modelId="{70DCD041-A132-4B8D-ACAC-3E84A138AFE1}" type="presParOf" srcId="{1A45166B-2920-44A1-AAEB-F514D98D3ADF}" destId="{D7417E90-B2BC-400A-BD68-F3B3575A2959}" srcOrd="0" destOrd="0" presId="urn:microsoft.com/office/officeart/2005/8/layout/process1"/>
    <dgm:cxn modelId="{2CC741BA-2041-45D0-A554-D4F46D84ECEE}" type="presParOf" srcId="{1A45166B-2920-44A1-AAEB-F514D98D3ADF}" destId="{90A81D95-1B9C-4814-97F3-7B81392B897A}" srcOrd="1" destOrd="0" presId="urn:microsoft.com/office/officeart/2005/8/layout/process1"/>
    <dgm:cxn modelId="{D5371BB6-60F5-4D37-9386-50A0655BF654}" type="presParOf" srcId="{90A81D95-1B9C-4814-97F3-7B81392B897A}" destId="{8AD65682-1A10-44BC-8D29-985E7C1E65BF}" srcOrd="0" destOrd="0" presId="urn:microsoft.com/office/officeart/2005/8/layout/process1"/>
    <dgm:cxn modelId="{E0FC4BD9-E25A-457C-9946-3457533D6B44}" type="presParOf" srcId="{1A45166B-2920-44A1-AAEB-F514D98D3ADF}" destId="{2E1B66C3-23BD-4C03-BB40-8E2D28D3AA8B}" srcOrd="2" destOrd="0" presId="urn:microsoft.com/office/officeart/2005/8/layout/process1"/>
    <dgm:cxn modelId="{BD8CE123-6C69-417A-8FE6-C7E45DE22E0B}" type="presParOf" srcId="{1A45166B-2920-44A1-AAEB-F514D98D3ADF}" destId="{1BC0FAA1-0FC7-4C38-AD4A-23515F444D47}" srcOrd="3" destOrd="0" presId="urn:microsoft.com/office/officeart/2005/8/layout/process1"/>
    <dgm:cxn modelId="{8E3D77C2-E76F-445A-B7B2-D287D566F57D}" type="presParOf" srcId="{1BC0FAA1-0FC7-4C38-AD4A-23515F444D47}" destId="{FBC4B8BF-DA7E-4BC1-AE96-371CFF00BF1A}" srcOrd="0" destOrd="0" presId="urn:microsoft.com/office/officeart/2005/8/layout/process1"/>
    <dgm:cxn modelId="{498ABA18-FF7B-4A96-803F-FE481259436E}" type="presParOf" srcId="{1A45166B-2920-44A1-AAEB-F514D98D3ADF}" destId="{31651F15-B880-416C-89C4-A44DAE42FB29}" srcOrd="4" destOrd="0" presId="urn:microsoft.com/office/officeart/2005/8/layout/process1"/>
    <dgm:cxn modelId="{E92E50F1-A4B7-4C3C-8EAD-426528B8B9CA}" type="presParOf" srcId="{1A45166B-2920-44A1-AAEB-F514D98D3ADF}" destId="{77B55768-50B5-49F6-B15A-FE218B346778}" srcOrd="5" destOrd="0" presId="urn:microsoft.com/office/officeart/2005/8/layout/process1"/>
    <dgm:cxn modelId="{41F5D7CC-1111-49CE-A9C0-9523ECAFD420}" type="presParOf" srcId="{77B55768-50B5-49F6-B15A-FE218B346778}" destId="{F338B515-094F-44FE-AD95-3D0F75663BC3}" srcOrd="0" destOrd="0" presId="urn:microsoft.com/office/officeart/2005/8/layout/process1"/>
    <dgm:cxn modelId="{C5993B13-F0EC-4C70-81FF-9760BBC64444}" type="presParOf" srcId="{1A45166B-2920-44A1-AAEB-F514D98D3ADF}" destId="{F477C93C-DD70-4301-B29B-32E88004D53A}" srcOrd="6" destOrd="0" presId="urn:microsoft.com/office/officeart/2005/8/layout/process1"/>
    <dgm:cxn modelId="{BCD43999-44C4-4400-A7FF-27B30372DFCF}" type="presParOf" srcId="{1A45166B-2920-44A1-AAEB-F514D98D3ADF}" destId="{4B223E1E-2BDA-44A5-BFA1-5D37EBF8A7F5}" srcOrd="7" destOrd="0" presId="urn:microsoft.com/office/officeart/2005/8/layout/process1"/>
    <dgm:cxn modelId="{F5BE9A48-50D8-4659-B3A7-A6CB3B47958C}" type="presParOf" srcId="{4B223E1E-2BDA-44A5-BFA1-5D37EBF8A7F5}" destId="{6B9B4905-5DDA-4114-8971-5E55F8F8DF13}" srcOrd="0" destOrd="0" presId="urn:microsoft.com/office/officeart/2005/8/layout/process1"/>
    <dgm:cxn modelId="{7D163FBD-62E7-4980-93EB-6D820D176BA5}" type="presParOf" srcId="{1A45166B-2920-44A1-AAEB-F514D98D3ADF}" destId="{52FA7551-1EE1-4A49-ABA5-88D728507C88}" srcOrd="8" destOrd="0" presId="urn:microsoft.com/office/officeart/2005/8/layout/process1"/>
    <dgm:cxn modelId="{DC0909C0-551D-4528-9111-084F7F044375}" type="presParOf" srcId="{1A45166B-2920-44A1-AAEB-F514D98D3ADF}" destId="{D70AE72B-E65A-4E08-86B7-B15FF27C952B}" srcOrd="9" destOrd="0" presId="urn:microsoft.com/office/officeart/2005/8/layout/process1"/>
    <dgm:cxn modelId="{BBDBC6C2-2B56-4C78-9787-79B4D2C2C958}" type="presParOf" srcId="{D70AE72B-E65A-4E08-86B7-B15FF27C952B}" destId="{78C67C11-21C8-41A1-A637-4AD84C9FB786}" srcOrd="0" destOrd="0" presId="urn:microsoft.com/office/officeart/2005/8/layout/process1"/>
    <dgm:cxn modelId="{DD54062E-311B-48C7-B8DE-B60EDCA17E4B}" type="presParOf" srcId="{1A45166B-2920-44A1-AAEB-F514D98D3ADF}" destId="{1CC6CE46-F8E7-4B28-BB1F-A028A87F6E68}" srcOrd="10" destOrd="0" presId="urn:microsoft.com/office/officeart/2005/8/layout/process1"/>
    <dgm:cxn modelId="{A5DEAE68-4616-481A-8E34-57C92FBAC863}" type="presParOf" srcId="{1A45166B-2920-44A1-AAEB-F514D98D3ADF}" destId="{BB19E029-9361-42CB-BCB9-0317E2F38BE2}" srcOrd="11" destOrd="0" presId="urn:microsoft.com/office/officeart/2005/8/layout/process1"/>
    <dgm:cxn modelId="{A3430BB8-25E8-43EF-8654-6E37E3C047D1}" type="presParOf" srcId="{BB19E029-9361-42CB-BCB9-0317E2F38BE2}" destId="{E637EA37-7306-4BF1-9785-755EB5B0313B}" srcOrd="0" destOrd="0" presId="urn:microsoft.com/office/officeart/2005/8/layout/process1"/>
    <dgm:cxn modelId="{F1799603-CF81-4146-A205-FFE1605536E3}" type="presParOf" srcId="{1A45166B-2920-44A1-AAEB-F514D98D3ADF}" destId="{82E40E52-6170-481A-A9F9-D26970026471}" srcOrd="12" destOrd="0" presId="urn:microsoft.com/office/officeart/2005/8/layout/process1"/>
    <dgm:cxn modelId="{F7FE6B92-A5BA-4478-B292-924DF426CBDF}" type="presParOf" srcId="{1A45166B-2920-44A1-AAEB-F514D98D3ADF}" destId="{421D9EFE-1DDB-4A87-98AE-62DD440F443D}" srcOrd="13" destOrd="0" presId="urn:microsoft.com/office/officeart/2005/8/layout/process1"/>
    <dgm:cxn modelId="{88E208C7-2834-4664-AEDF-8034F766D7FF}" type="presParOf" srcId="{421D9EFE-1DDB-4A87-98AE-62DD440F443D}" destId="{A012ED62-144B-4132-97CA-BCD22790A1E8}" srcOrd="0" destOrd="0" presId="urn:microsoft.com/office/officeart/2005/8/layout/process1"/>
    <dgm:cxn modelId="{7AC659B6-453A-4419-9DED-D6C1872A5CD5}" type="presParOf" srcId="{1A45166B-2920-44A1-AAEB-F514D98D3ADF}" destId="{BE881AA9-C762-47AF-8808-567C71E32BDE}" srcOrd="14" destOrd="0" presId="urn:microsoft.com/office/officeart/2005/8/layout/process1"/>
    <dgm:cxn modelId="{455918E7-84D5-49DF-84D6-DDB24F83F569}" type="presParOf" srcId="{1A45166B-2920-44A1-AAEB-F514D98D3ADF}" destId="{33C0259E-6241-436C-841E-B20AC87FD981}" srcOrd="15" destOrd="0" presId="urn:microsoft.com/office/officeart/2005/8/layout/process1"/>
    <dgm:cxn modelId="{D2ABA865-D702-45DE-BE5B-5E4A30B6084A}" type="presParOf" srcId="{33C0259E-6241-436C-841E-B20AC87FD981}" destId="{0E5C6218-4C6C-4514-AC27-412E4C0821DC}" srcOrd="0" destOrd="0" presId="urn:microsoft.com/office/officeart/2005/8/layout/process1"/>
    <dgm:cxn modelId="{0784B4E1-4515-49AD-89F0-C92BB95948AE}" type="presParOf" srcId="{1A45166B-2920-44A1-AAEB-F514D98D3ADF}" destId="{3E647F0F-19EC-4B62-9236-45F7C896E1F4}" srcOrd="16" destOrd="0" presId="urn:microsoft.com/office/officeart/2005/8/layout/process1"/>
    <dgm:cxn modelId="{4C18178D-AAC0-463E-B3F3-B0C20B47BB79}" type="presParOf" srcId="{1A45166B-2920-44A1-AAEB-F514D98D3ADF}" destId="{A03CD464-6C9E-4597-9211-A73AD2A91C00}" srcOrd="17" destOrd="0" presId="urn:microsoft.com/office/officeart/2005/8/layout/process1"/>
    <dgm:cxn modelId="{1072BC68-533E-4213-B729-6DCCC5883DF4}" type="presParOf" srcId="{A03CD464-6C9E-4597-9211-A73AD2A91C00}" destId="{182585B5-45C2-46E1-BD28-4CA7A117DE96}" srcOrd="0" destOrd="0" presId="urn:microsoft.com/office/officeart/2005/8/layout/process1"/>
    <dgm:cxn modelId="{B80CB30E-61C3-4911-BF9A-A1609F0C846B}" type="presParOf" srcId="{1A45166B-2920-44A1-AAEB-F514D98D3ADF}" destId="{9DDBB735-3B91-426D-B02B-A90C20B8354D}" srcOrd="1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17E90-B2BC-400A-BD68-F3B3575A2959}">
      <dsp:nvSpPr>
        <dsp:cNvPr id="0" name=""/>
        <dsp:cNvSpPr/>
      </dsp:nvSpPr>
      <dsp:spPr>
        <a:xfrm>
          <a:off x="674398" y="717371"/>
          <a:ext cx="1559078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清洗完成 </a:t>
          </a:r>
          <a:endParaRPr lang="zh-TW" altLang="en-US" sz="1100" kern="1200" dirty="0"/>
        </a:p>
      </dsp:txBody>
      <dsp:txXfrm>
        <a:off x="687628" y="730601"/>
        <a:ext cx="1532618" cy="425241"/>
      </dsp:txXfrm>
    </dsp:sp>
    <dsp:sp modelId="{90A81D95-1B9C-4814-97F3-7B81392B897A}">
      <dsp:nvSpPr>
        <dsp:cNvPr id="0" name=""/>
        <dsp:cNvSpPr/>
      </dsp:nvSpPr>
      <dsp:spPr>
        <a:xfrm rot="196">
          <a:off x="2376239" y="864671"/>
          <a:ext cx="302655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>
        <a:off x="2376239" y="896115"/>
        <a:ext cx="255488" cy="94333"/>
      </dsp:txXfrm>
    </dsp:sp>
    <dsp:sp modelId="{2E1B66C3-23BD-4C03-BB40-8E2D28D3AA8B}">
      <dsp:nvSpPr>
        <dsp:cNvPr id="0" name=""/>
        <dsp:cNvSpPr/>
      </dsp:nvSpPr>
      <dsp:spPr>
        <a:xfrm>
          <a:off x="2804526" y="717466"/>
          <a:ext cx="633967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AOI/TTV OK</a:t>
          </a:r>
          <a:endParaRPr lang="zh-TW" altLang="en-US" sz="1100" kern="1200" dirty="0"/>
        </a:p>
      </dsp:txBody>
      <dsp:txXfrm>
        <a:off x="2817756" y="730696"/>
        <a:ext cx="607507" cy="425241"/>
      </dsp:txXfrm>
    </dsp:sp>
    <dsp:sp modelId="{1BC0FAA1-0FC7-4C38-AD4A-23515F444D47}">
      <dsp:nvSpPr>
        <dsp:cNvPr id="0" name=""/>
        <dsp:cNvSpPr/>
      </dsp:nvSpPr>
      <dsp:spPr>
        <a:xfrm rot="21542254">
          <a:off x="3555521" y="855329"/>
          <a:ext cx="248171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>
        <a:off x="3555524" y="887170"/>
        <a:ext cx="201004" cy="94333"/>
      </dsp:txXfrm>
    </dsp:sp>
    <dsp:sp modelId="{31651F15-B880-416C-89C4-A44DAE42FB29}">
      <dsp:nvSpPr>
        <dsp:cNvPr id="0" name=""/>
        <dsp:cNvSpPr/>
      </dsp:nvSpPr>
      <dsp:spPr>
        <a:xfrm>
          <a:off x="3906676" y="698951"/>
          <a:ext cx="633967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err="1" smtClean="0"/>
            <a:t>放入</a:t>
          </a:r>
          <a:r>
            <a:rPr lang="en-US" altLang="zh-TW" sz="1100" kern="1200" dirty="0" smtClean="0"/>
            <a:t> FOUP </a:t>
          </a:r>
          <a:endParaRPr lang="zh-TW" altLang="en-US" sz="1100" kern="1200" dirty="0"/>
        </a:p>
      </dsp:txBody>
      <dsp:txXfrm>
        <a:off x="3919906" y="712181"/>
        <a:ext cx="607507" cy="425241"/>
      </dsp:txXfrm>
    </dsp:sp>
    <dsp:sp modelId="{77B55768-50B5-49F6-B15A-FE218B346778}">
      <dsp:nvSpPr>
        <dsp:cNvPr id="0" name=""/>
        <dsp:cNvSpPr/>
      </dsp:nvSpPr>
      <dsp:spPr>
        <a:xfrm rot="565">
          <a:off x="4670696" y="846286"/>
          <a:ext cx="275710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>
        <a:off x="4670696" y="877727"/>
        <a:ext cx="228543" cy="94333"/>
      </dsp:txXfrm>
    </dsp:sp>
    <dsp:sp modelId="{F477C93C-DD70-4301-B29B-32E88004D53A}">
      <dsp:nvSpPr>
        <dsp:cNvPr id="0" name=""/>
        <dsp:cNvSpPr/>
      </dsp:nvSpPr>
      <dsp:spPr>
        <a:xfrm>
          <a:off x="5060852" y="699140"/>
          <a:ext cx="633967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smtClean="0"/>
            <a:t>包裝區</a:t>
          </a:r>
          <a:endParaRPr lang="zh-TW" altLang="en-US" sz="1100" kern="1200"/>
        </a:p>
      </dsp:txBody>
      <dsp:txXfrm>
        <a:off x="5074082" y="712370"/>
        <a:ext cx="607507" cy="425241"/>
      </dsp:txXfrm>
    </dsp:sp>
    <dsp:sp modelId="{4B223E1E-2BDA-44A5-BFA1-5D37EBF8A7F5}">
      <dsp:nvSpPr>
        <dsp:cNvPr id="0" name=""/>
        <dsp:cNvSpPr/>
      </dsp:nvSpPr>
      <dsp:spPr>
        <a:xfrm rot="12313">
          <a:off x="5873461" y="848833"/>
          <a:ext cx="378724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>
        <a:off x="5873461" y="880194"/>
        <a:ext cx="331557" cy="94333"/>
      </dsp:txXfrm>
    </dsp:sp>
    <dsp:sp modelId="{52FA7551-1EE1-4A49-ABA5-88D728507C88}">
      <dsp:nvSpPr>
        <dsp:cNvPr id="0" name=""/>
        <dsp:cNvSpPr/>
      </dsp:nvSpPr>
      <dsp:spPr>
        <a:xfrm>
          <a:off x="6409389" y="705699"/>
          <a:ext cx="1599164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err="1" smtClean="0"/>
            <a:t>放入</a:t>
          </a:r>
          <a:r>
            <a:rPr lang="en-US" altLang="zh-TW" sz="1100" kern="1200" dirty="0" smtClean="0"/>
            <a:t> HI-BOX</a:t>
          </a:r>
          <a:endParaRPr lang="zh-TW" altLang="en-US" sz="1100" kern="1200" dirty="0"/>
        </a:p>
      </dsp:txBody>
      <dsp:txXfrm>
        <a:off x="6422619" y="718929"/>
        <a:ext cx="1572704" cy="425241"/>
      </dsp:txXfrm>
    </dsp:sp>
    <dsp:sp modelId="{D70AE72B-E65A-4E08-86B7-B15FF27C952B}">
      <dsp:nvSpPr>
        <dsp:cNvPr id="0" name=""/>
        <dsp:cNvSpPr/>
      </dsp:nvSpPr>
      <dsp:spPr>
        <a:xfrm rot="4554346">
          <a:off x="7220563" y="1412374"/>
          <a:ext cx="252972" cy="138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7236251" y="1419911"/>
        <a:ext cx="211497" cy="82951"/>
      </dsp:txXfrm>
    </dsp:sp>
    <dsp:sp modelId="{1CC6CE46-F8E7-4B28-BB1F-A028A87F6E68}">
      <dsp:nvSpPr>
        <dsp:cNvPr id="0" name=""/>
        <dsp:cNvSpPr/>
      </dsp:nvSpPr>
      <dsp:spPr>
        <a:xfrm>
          <a:off x="6969133" y="1786719"/>
          <a:ext cx="1042813" cy="53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err="1" smtClean="0"/>
            <a:t>固定材料</a:t>
          </a:r>
          <a:endParaRPr lang="zh-TW" altLang="en-US" sz="1100" kern="1200" dirty="0"/>
        </a:p>
      </dsp:txBody>
      <dsp:txXfrm>
        <a:off x="6984731" y="1802317"/>
        <a:ext cx="1011617" cy="501365"/>
      </dsp:txXfrm>
    </dsp:sp>
    <dsp:sp modelId="{BB19E029-9361-42CB-BCB9-0317E2F38BE2}">
      <dsp:nvSpPr>
        <dsp:cNvPr id="0" name=""/>
        <dsp:cNvSpPr/>
      </dsp:nvSpPr>
      <dsp:spPr>
        <a:xfrm rot="10817171">
          <a:off x="6537521" y="1970360"/>
          <a:ext cx="293277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 rot="10800000">
        <a:off x="6584688" y="2001923"/>
        <a:ext cx="246110" cy="94333"/>
      </dsp:txXfrm>
    </dsp:sp>
    <dsp:sp modelId="{82E40E52-6170-481A-A9F9-D26970026471}">
      <dsp:nvSpPr>
        <dsp:cNvPr id="0" name=""/>
        <dsp:cNvSpPr/>
      </dsp:nvSpPr>
      <dsp:spPr>
        <a:xfrm>
          <a:off x="5781819" y="1841264"/>
          <a:ext cx="633967" cy="4095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smtClean="0"/>
            <a:t>封箱</a:t>
          </a:r>
          <a:endParaRPr lang="zh-TW" altLang="en-US" sz="1100" kern="1200"/>
        </a:p>
      </dsp:txBody>
      <dsp:txXfrm>
        <a:off x="5793815" y="1853260"/>
        <a:ext cx="609975" cy="385575"/>
      </dsp:txXfrm>
    </dsp:sp>
    <dsp:sp modelId="{421D9EFE-1DDB-4A87-98AE-62DD440F443D}">
      <dsp:nvSpPr>
        <dsp:cNvPr id="0" name=""/>
        <dsp:cNvSpPr/>
      </dsp:nvSpPr>
      <dsp:spPr>
        <a:xfrm rot="10835002">
          <a:off x="5261745" y="1960712"/>
          <a:ext cx="353395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 rot="10800000">
        <a:off x="5308911" y="1992397"/>
        <a:ext cx="306228" cy="94333"/>
      </dsp:txXfrm>
    </dsp:sp>
    <dsp:sp modelId="{BE881AA9-C762-47AF-8808-567C71E32BDE}">
      <dsp:nvSpPr>
        <dsp:cNvPr id="0" name=""/>
        <dsp:cNvSpPr/>
      </dsp:nvSpPr>
      <dsp:spPr>
        <a:xfrm>
          <a:off x="4481101" y="1806953"/>
          <a:ext cx="633967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smtClean="0"/>
            <a:t>貼標</a:t>
          </a:r>
          <a:endParaRPr lang="zh-TW" altLang="en-US" sz="1100" kern="1200"/>
        </a:p>
      </dsp:txBody>
      <dsp:txXfrm>
        <a:off x="4494331" y="1820183"/>
        <a:ext cx="607507" cy="425241"/>
      </dsp:txXfrm>
    </dsp:sp>
    <dsp:sp modelId="{33C0259E-6241-436C-841E-B20AC87FD981}">
      <dsp:nvSpPr>
        <dsp:cNvPr id="0" name=""/>
        <dsp:cNvSpPr/>
      </dsp:nvSpPr>
      <dsp:spPr>
        <a:xfrm rot="10778026">
          <a:off x="3961393" y="1958412"/>
          <a:ext cx="353140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 rot="10800000">
        <a:off x="4008560" y="1989706"/>
        <a:ext cx="305973" cy="94333"/>
      </dsp:txXfrm>
    </dsp:sp>
    <dsp:sp modelId="{3E647F0F-19EC-4B62-9236-45F7C896E1F4}">
      <dsp:nvSpPr>
        <dsp:cNvPr id="0" name=""/>
        <dsp:cNvSpPr/>
      </dsp:nvSpPr>
      <dsp:spPr>
        <a:xfrm>
          <a:off x="3180845" y="1815264"/>
          <a:ext cx="633967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err="1" smtClean="0"/>
            <a:t>出貨</a:t>
          </a:r>
          <a:endParaRPr lang="zh-TW" altLang="en-US" sz="1100" kern="1200" dirty="0"/>
        </a:p>
      </dsp:txBody>
      <dsp:txXfrm>
        <a:off x="3194075" y="1828494"/>
        <a:ext cx="607507" cy="425241"/>
      </dsp:txXfrm>
    </dsp:sp>
    <dsp:sp modelId="{A03CD464-6C9E-4597-9211-A73AD2A91C00}">
      <dsp:nvSpPr>
        <dsp:cNvPr id="0" name=""/>
        <dsp:cNvSpPr/>
      </dsp:nvSpPr>
      <dsp:spPr>
        <a:xfrm rot="10790622">
          <a:off x="2573462" y="1964462"/>
          <a:ext cx="412709" cy="157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600" kern="1200"/>
        </a:p>
      </dsp:txBody>
      <dsp:txXfrm rot="10800000">
        <a:off x="2620629" y="1995843"/>
        <a:ext cx="365542" cy="94333"/>
      </dsp:txXfrm>
    </dsp:sp>
    <dsp:sp modelId="{9DDBB735-3B91-426D-B02B-A90C20B8354D}">
      <dsp:nvSpPr>
        <dsp:cNvPr id="0" name=""/>
        <dsp:cNvSpPr/>
      </dsp:nvSpPr>
      <dsp:spPr>
        <a:xfrm>
          <a:off x="1119691" y="1820003"/>
          <a:ext cx="1282459" cy="4517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err="1" smtClean="0"/>
            <a:t>物流交接</a:t>
          </a:r>
          <a:endParaRPr lang="zh-TW" altLang="zh-TW" sz="1100" kern="1200" dirty="0"/>
        </a:p>
      </dsp:txBody>
      <dsp:txXfrm>
        <a:off x="1132921" y="1833233"/>
        <a:ext cx="1255999" cy="425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2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38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2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87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16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970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95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58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839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07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868FD-DAC2-499C-99A9-4082795C55E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8EC71-D072-4A5A-8138-CE2FCE3CEA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95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出入貨</a:t>
            </a:r>
            <a:r>
              <a:rPr lang="en-US" altLang="zh-TW" dirty="0" smtClean="0"/>
              <a:t>SOP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011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 </a:t>
            </a:r>
            <a:r>
              <a:rPr lang="en-US" altLang="zh-TW" b="1" dirty="0"/>
              <a:t>Purpose</a:t>
            </a:r>
            <a:r>
              <a:rPr lang="zh-TW" altLang="en-US" dirty="0"/>
              <a:t>（目的）</a:t>
            </a:r>
          </a:p>
          <a:p>
            <a:pPr marL="0" indent="0">
              <a:buNone/>
            </a:pPr>
            <a:r>
              <a:rPr lang="zh-TW" altLang="en-US" dirty="0"/>
              <a:t>建立標準化包裝與出貨流程，確保晶圓於運輸過程中不受污染、破損或移位，符合客戶 </a:t>
            </a:r>
            <a:r>
              <a:rPr lang="en-US" altLang="zh-TW" dirty="0"/>
              <a:t>CTQ </a:t>
            </a:r>
            <a:r>
              <a:rPr lang="zh-TW" altLang="en-US" dirty="0"/>
              <a:t>與出貨規範。</a:t>
            </a:r>
          </a:p>
          <a:p>
            <a:r>
              <a:rPr lang="en-US" altLang="zh-TW" b="1" dirty="0"/>
              <a:t>Scope</a:t>
            </a:r>
            <a:r>
              <a:rPr lang="zh-TW" altLang="zh-TW" b="1" dirty="0"/>
              <a:t>（適用範圍）</a:t>
            </a:r>
          </a:p>
          <a:p>
            <a:pPr marL="0" indent="0">
              <a:buNone/>
            </a:pPr>
            <a:r>
              <a:rPr lang="zh-TW" altLang="zh-TW" dirty="0"/>
              <a:t>適用於所有清洗完成後之晶圓包裝、</a:t>
            </a:r>
            <a:r>
              <a:rPr lang="en-US" altLang="zh-TW" dirty="0"/>
              <a:t>HI-BOX/FOUP </a:t>
            </a:r>
            <a:r>
              <a:rPr lang="zh-TW" altLang="zh-TW" dirty="0"/>
              <a:t>裝載、標籤、封箱與出貨作業。</a:t>
            </a:r>
          </a:p>
          <a:p>
            <a:r>
              <a:rPr lang="en-US" altLang="zh-TW" b="1" dirty="0" smtClean="0"/>
              <a:t>Responsibility</a:t>
            </a:r>
            <a:r>
              <a:rPr lang="zh-TW" altLang="zh-TW" b="1" dirty="0"/>
              <a:t>（責任）</a:t>
            </a:r>
          </a:p>
          <a:p>
            <a:pPr marL="0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• </a:t>
            </a:r>
            <a:r>
              <a:rPr lang="zh-TW" altLang="zh-TW" dirty="0"/>
              <a:t>作業員：依</a:t>
            </a:r>
            <a:r>
              <a:rPr lang="en-US" altLang="zh-TW" dirty="0"/>
              <a:t> SOP </a:t>
            </a:r>
            <a:r>
              <a:rPr lang="zh-TW" altLang="zh-TW" dirty="0"/>
              <a:t>進行包裝</a:t>
            </a:r>
            <a:r>
              <a:rPr lang="en-US" altLang="zh-TW" dirty="0"/>
              <a:t>/</a:t>
            </a:r>
            <a:r>
              <a:rPr lang="zh-TW" altLang="zh-TW" dirty="0"/>
              <a:t>貼標</a:t>
            </a:r>
            <a:r>
              <a:rPr lang="en-US" altLang="zh-TW" dirty="0"/>
              <a:t>/</a:t>
            </a:r>
            <a:r>
              <a:rPr lang="zh-TW" altLang="zh-TW" dirty="0"/>
              <a:t>封箱</a:t>
            </a:r>
            <a:r>
              <a:rPr lang="en-US" altLang="zh-TW" dirty="0"/>
              <a:t>/</a:t>
            </a:r>
            <a:r>
              <a:rPr lang="zh-TW" altLang="zh-TW" dirty="0"/>
              <a:t>記錄</a:t>
            </a:r>
          </a:p>
          <a:p>
            <a:pPr marL="0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• </a:t>
            </a:r>
            <a:r>
              <a:rPr lang="zh-TW" altLang="zh-TW" dirty="0"/>
              <a:t>倉儲：庫存管理、物流安排</a:t>
            </a:r>
          </a:p>
          <a:p>
            <a:pPr marL="0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• </a:t>
            </a:r>
            <a:r>
              <a:rPr lang="en-US" altLang="zh-TW" dirty="0"/>
              <a:t>QA</a:t>
            </a:r>
            <a:r>
              <a:rPr lang="zh-TW" altLang="zh-TW" dirty="0"/>
              <a:t>：確認出貨批次無</a:t>
            </a:r>
            <a:r>
              <a:rPr lang="zh-TW" altLang="zh-TW" dirty="0" smtClean="0"/>
              <a:t>異常</a:t>
            </a:r>
            <a:r>
              <a:rPr lang="zh-TW" altLang="en-US" dirty="0" smtClean="0"/>
              <a:t>、</a:t>
            </a:r>
            <a:r>
              <a:rPr lang="zh-TW" altLang="zh-TW" dirty="0"/>
              <a:t>異常通報及初判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631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 smtClean="0"/>
              <a:t>安全注意事項</a:t>
            </a:r>
            <a:endParaRPr lang="zh-TW" altLang="zh-TW" b="1" dirty="0"/>
          </a:p>
          <a:p>
            <a:pPr marL="0" indent="0">
              <a:buNone/>
            </a:pPr>
            <a:r>
              <a:rPr lang="zh-TW" altLang="en-US" dirty="0" smtClean="0"/>
              <a:t>   </a:t>
            </a:r>
            <a:r>
              <a:rPr lang="en-US" altLang="zh-TW" dirty="0" smtClean="0"/>
              <a:t>• </a:t>
            </a:r>
            <a:r>
              <a:rPr lang="zh-TW" altLang="zh-TW" dirty="0" smtClean="0"/>
              <a:t>包裝</a:t>
            </a:r>
            <a:r>
              <a:rPr lang="zh-TW" altLang="zh-TW" dirty="0"/>
              <a:t>作業需配戴</a:t>
            </a:r>
            <a:r>
              <a:rPr lang="zh-TW" altLang="zh-TW" dirty="0" smtClean="0"/>
              <a:t>手套</a:t>
            </a:r>
            <a:endParaRPr lang="zh-TW" altLang="zh-TW" dirty="0"/>
          </a:p>
          <a:p>
            <a:pPr marL="0" indent="0">
              <a:buNone/>
            </a:pPr>
            <a:r>
              <a:rPr lang="zh-TW" altLang="en-US" dirty="0" smtClean="0"/>
              <a:t>   </a:t>
            </a:r>
            <a:r>
              <a:rPr lang="en-US" altLang="zh-TW" dirty="0" smtClean="0"/>
              <a:t>• </a:t>
            </a:r>
            <a:r>
              <a:rPr lang="zh-TW" altLang="zh-TW" dirty="0" smtClean="0"/>
              <a:t>禁止手指</a:t>
            </a:r>
            <a:r>
              <a:rPr lang="zh-TW" altLang="en-US" dirty="0" smtClean="0"/>
              <a:t>直接</a:t>
            </a:r>
            <a:r>
              <a:rPr lang="zh-TW" altLang="zh-TW" dirty="0" smtClean="0"/>
              <a:t>接觸</a:t>
            </a:r>
            <a:r>
              <a:rPr lang="zh-TW" altLang="zh-TW" dirty="0"/>
              <a:t>晶圓表面</a:t>
            </a:r>
          </a:p>
          <a:p>
            <a:pPr marL="0" indent="0">
              <a:buNone/>
            </a:pPr>
            <a:r>
              <a:rPr lang="zh-TW" altLang="en-US" dirty="0" smtClean="0"/>
              <a:t>   </a:t>
            </a:r>
            <a:r>
              <a:rPr lang="en-US" altLang="zh-TW" dirty="0" smtClean="0"/>
              <a:t>• </a:t>
            </a:r>
            <a:r>
              <a:rPr lang="zh-TW" altLang="zh-TW" dirty="0" smtClean="0"/>
              <a:t>移動</a:t>
            </a:r>
            <a:r>
              <a:rPr lang="zh-TW" altLang="zh-TW" dirty="0"/>
              <a:t>載具時需以雙手扶持避免晃動</a:t>
            </a:r>
          </a:p>
          <a:p>
            <a:pPr marL="0" indent="0">
              <a:buNone/>
            </a:pPr>
            <a:r>
              <a:rPr lang="zh-TW" altLang="en-US" dirty="0" smtClean="0"/>
              <a:t>   </a:t>
            </a:r>
            <a:r>
              <a:rPr lang="en-US" altLang="zh-TW" dirty="0" smtClean="0"/>
              <a:t>• </a:t>
            </a:r>
            <a:r>
              <a:rPr lang="zh-TW" altLang="zh-TW" dirty="0" smtClean="0"/>
              <a:t>搬運</a:t>
            </a:r>
            <a:r>
              <a:rPr lang="zh-TW" altLang="zh-TW" dirty="0"/>
              <a:t>時保持腰部挺直避免扭傷</a:t>
            </a:r>
          </a:p>
          <a:p>
            <a:pPr marL="0" indent="0">
              <a:buNone/>
            </a:pPr>
            <a:r>
              <a:rPr lang="zh-TW" altLang="en-US" dirty="0" smtClean="0"/>
              <a:t>   </a:t>
            </a:r>
            <a:r>
              <a:rPr lang="en-US" altLang="zh-TW" dirty="0" smtClean="0"/>
              <a:t>• </a:t>
            </a:r>
            <a:r>
              <a:rPr lang="en-US" altLang="zh-TW" dirty="0" err="1" smtClean="0"/>
              <a:t>不可將</a:t>
            </a:r>
            <a:r>
              <a:rPr lang="en-US" altLang="zh-TW" dirty="0" smtClean="0"/>
              <a:t> FOSB</a:t>
            </a:r>
            <a:r>
              <a:rPr lang="zh-TW" altLang="en-US" dirty="0" smtClean="0"/>
              <a:t>盒子</a:t>
            </a:r>
            <a:r>
              <a:rPr lang="en-US" altLang="zh-TW" dirty="0" err="1" smtClean="0"/>
              <a:t>置於高處避免掉落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   來料時規範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734" y="1825625"/>
            <a:ext cx="3850532" cy="4351338"/>
          </a:xfrm>
          <a:prstGeom prst="rect">
            <a:avLst/>
          </a:prstGeom>
        </p:spPr>
      </p:pic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12A6E08-EC40-0360-C57F-3F1E9592F340}"/>
              </a:ext>
            </a:extLst>
          </p:cNvPr>
          <p:cNvSpPr txBox="1">
            <a:spLocks/>
          </p:cNvSpPr>
          <p:nvPr/>
        </p:nvSpPr>
        <p:spPr>
          <a:xfrm>
            <a:off x="4006735" y="1554480"/>
            <a:ext cx="4991463" cy="540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2744" indent="-162744">
              <a:buFont typeface="+mj-lt"/>
              <a:buAutoNum type="arabicPeriod"/>
            </a:pPr>
            <a:r>
              <a:rPr lang="zh-TW" altLang="en-US" sz="1600" dirty="0" smtClean="0"/>
              <a:t>確認來料時包裝有無破損</a:t>
            </a:r>
            <a:endParaRPr lang="en-US" altLang="zh-TW" sz="16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575" dirty="0"/>
          </a:p>
        </p:txBody>
      </p:sp>
    </p:spTree>
    <p:extLst>
      <p:ext uri="{BB962C8B-B14F-4D97-AF65-F5344CB8AC3E}">
        <p14:creationId xmlns:p14="http://schemas.microsoft.com/office/powerpoint/2010/main" val="374875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1600" dirty="0" smtClean="0">
                <a:latin typeface="+mn-ea"/>
                <a:ea typeface="+mn-ea"/>
              </a:rPr>
              <a:t>2.</a:t>
            </a:r>
            <a:r>
              <a:rPr lang="zh-TW" altLang="en-US" sz="1600" dirty="0" smtClean="0"/>
              <a:t>來</a:t>
            </a:r>
            <a:r>
              <a:rPr lang="zh-TW" altLang="en-US" sz="1600" dirty="0" smtClean="0"/>
              <a:t>料時檢驗客供品的外觀及數量，確認與業務部所開客戶訂單符合後，填寫入料單</a:t>
            </a:r>
            <a:r>
              <a:rPr lang="zh-TW" altLang="en-US" sz="2000" dirty="0" smtClean="0"/>
              <a:t>。</a:t>
            </a:r>
            <a:endParaRPr lang="zh-TW" altLang="en-US" sz="20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844" y="1825228"/>
            <a:ext cx="3264314" cy="4351437"/>
          </a:xfrm>
        </p:spPr>
      </p:pic>
    </p:spTree>
    <p:extLst>
      <p:ext uri="{BB962C8B-B14F-4D97-AF65-F5344CB8AC3E}">
        <p14:creationId xmlns:p14="http://schemas.microsoft.com/office/powerpoint/2010/main" val="195123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3825" y="90784"/>
            <a:ext cx="11255433" cy="6767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3</a:t>
            </a:r>
            <a:r>
              <a:rPr lang="en-US" altLang="zh-TW" dirty="0" smtClean="0"/>
              <a:t>.</a:t>
            </a:r>
            <a:r>
              <a:rPr lang="zh-TW" altLang="en-US" dirty="0" smtClean="0"/>
              <a:t>如</a:t>
            </a:r>
            <a:r>
              <a:rPr lang="zh-TW" altLang="en-US" dirty="0" smtClean="0"/>
              <a:t>數量與</a:t>
            </a:r>
            <a:r>
              <a:rPr lang="zh-TW" altLang="en-US" dirty="0" smtClean="0"/>
              <a:t>訂單不</a:t>
            </a:r>
            <a:r>
              <a:rPr lang="zh-TW" altLang="en-US" dirty="0" smtClean="0"/>
              <a:t>符合，請反應予管理部。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管理部收到訊息後，與業務部確認訂單內容，如果仍不符合，請業務部與客戶確認，如是訂單內容有誤請客戶重開訂單以便後續作業。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4.</a:t>
            </a:r>
            <a:r>
              <a:rPr lang="zh-TW" altLang="en-US" dirty="0" smtClean="0"/>
              <a:t>如</a:t>
            </a:r>
            <a:r>
              <a:rPr lang="zh-TW" altLang="en-US" dirty="0" smtClean="0"/>
              <a:t>數量及外觀無誤，品管課將結果紀錄於品質管理紀錄表</a:t>
            </a:r>
            <a:r>
              <a:rPr lang="en-US" altLang="zh-TW" dirty="0" smtClean="0"/>
              <a:t>(</a:t>
            </a:r>
            <a:r>
              <a:rPr lang="zh-TW" altLang="en-US" dirty="0" smtClean="0"/>
              <a:t>原料</a:t>
            </a:r>
            <a:r>
              <a:rPr lang="en-US" altLang="zh-TW" dirty="0" smtClean="0"/>
              <a:t>)</a:t>
            </a:r>
            <a:r>
              <a:rPr lang="zh-TW" altLang="en-US" dirty="0" smtClean="0"/>
              <a:t>中，另由管理部開立入料</a:t>
            </a:r>
            <a:r>
              <a:rPr lang="zh-TW" altLang="en-US" dirty="0" smtClean="0"/>
              <a:t>單及入庫單，</a:t>
            </a:r>
            <a:r>
              <a:rPr lang="zh-TW" altLang="en-US" dirty="0" smtClean="0"/>
              <a:t>紀錄數量及批</a:t>
            </a:r>
            <a:r>
              <a:rPr lang="zh-TW" altLang="en-US" dirty="0" smtClean="0"/>
              <a:t>號管控。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zh-TW" altLang="en-US" dirty="0" smtClean="0">
                <a:solidFill>
                  <a:srgbClr val="FF0000"/>
                </a:solidFill>
              </a:rPr>
              <a:t>清洗完產品</a:t>
            </a:r>
            <a:r>
              <a:rPr lang="zh-TW" altLang="en-US" dirty="0">
                <a:solidFill>
                  <a:srgbClr val="FF0000"/>
                </a:solidFill>
              </a:rPr>
              <a:t>後，由品管課依據需求檢驗，其檢驗數據需開立品質管理記錄</a:t>
            </a:r>
            <a:r>
              <a:rPr lang="zh-TW" altLang="en-US" dirty="0" smtClean="0">
                <a:solidFill>
                  <a:srgbClr val="FF0000"/>
                </a:solidFill>
              </a:rPr>
              <a:t>表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</a:rPr>
              <a:t>成品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</a:rPr>
              <a:t>，</a:t>
            </a:r>
            <a:r>
              <a:rPr lang="zh-TW" altLang="en-US" dirty="0">
                <a:solidFill>
                  <a:srgbClr val="FF0000"/>
                </a:solidFill>
              </a:rPr>
              <a:t>各項檢驗</a:t>
            </a:r>
            <a:r>
              <a:rPr lang="en-US" altLang="zh-TW" dirty="0">
                <a:solidFill>
                  <a:srgbClr val="FF0000"/>
                </a:solidFill>
              </a:rPr>
              <a:t>ok</a:t>
            </a:r>
            <a:r>
              <a:rPr lang="zh-TW" altLang="en-US" dirty="0">
                <a:solidFill>
                  <a:srgbClr val="FF0000"/>
                </a:solidFill>
              </a:rPr>
              <a:t>後</a:t>
            </a:r>
            <a:r>
              <a:rPr lang="zh-TW" altLang="en-US" dirty="0" smtClean="0">
                <a:solidFill>
                  <a:srgbClr val="FF0000"/>
                </a:solidFill>
              </a:rPr>
              <a:t>，才能</a:t>
            </a:r>
            <a:r>
              <a:rPr lang="zh-TW" altLang="en-US" dirty="0">
                <a:solidFill>
                  <a:srgbClr val="FF0000"/>
                </a:solidFill>
              </a:rPr>
              <a:t>將該產品分裝，並貼</a:t>
            </a:r>
            <a:r>
              <a:rPr lang="zh-TW" altLang="en-US" dirty="0" smtClean="0">
                <a:solidFill>
                  <a:srgbClr val="FF0000"/>
                </a:solidFill>
              </a:rPr>
              <a:t>上美光要求之</a:t>
            </a:r>
            <a:r>
              <a:rPr lang="zh-TW" altLang="en-US" dirty="0">
                <a:solidFill>
                  <a:srgbClr val="FF0000"/>
                </a:solidFill>
              </a:rPr>
              <a:t>標籤及批號等</a:t>
            </a:r>
            <a:r>
              <a:rPr lang="en-US" altLang="zh-TW" dirty="0">
                <a:solidFill>
                  <a:srgbClr val="FF0000"/>
                </a:solidFill>
              </a:rPr>
              <a:t>;</a:t>
            </a:r>
            <a:r>
              <a:rPr lang="zh-TW" altLang="en-US" dirty="0">
                <a:solidFill>
                  <a:srgbClr val="FF0000"/>
                </a:solidFill>
              </a:rPr>
              <a:t>上述產品生產完，交</a:t>
            </a:r>
            <a:r>
              <a:rPr lang="zh-TW" altLang="en-US" dirty="0" smtClean="0">
                <a:solidFill>
                  <a:srgbClr val="FF0000"/>
                </a:solidFill>
              </a:rPr>
              <a:t>由管理部入庫</a:t>
            </a:r>
            <a:r>
              <a:rPr lang="zh-TW" altLang="en-US" dirty="0">
                <a:solidFill>
                  <a:srgbClr val="FF0000"/>
                </a:solidFill>
              </a:rPr>
              <a:t>，並開立入庫單，其入庫數量需記錄於工廠庫存表</a:t>
            </a:r>
            <a:r>
              <a:rPr lang="zh-TW" altLang="en-US" dirty="0" smtClean="0">
                <a:solidFill>
                  <a:srgbClr val="FF0000"/>
                </a:solidFill>
              </a:rPr>
              <a:t>。並於指定出貨時間出貨。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44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/>
          <p:cNvGraphicFramePr/>
          <p:nvPr>
            <p:extLst>
              <p:ext uri="{D42A27DB-BD31-4B8C-83A1-F6EECF244321}">
                <p14:modId xmlns:p14="http://schemas.microsoft.com/office/powerpoint/2010/main" val="3998111253"/>
              </p:ext>
            </p:extLst>
          </p:nvPr>
        </p:nvGraphicFramePr>
        <p:xfrm>
          <a:off x="415638" y="1554480"/>
          <a:ext cx="11579628" cy="4639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dirty="0" smtClean="0"/>
              <a:t>出貨流程圖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725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產品包裝規範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b="1" dirty="0" smtClean="0"/>
              <a:t>關鍵</a:t>
            </a:r>
            <a:r>
              <a:rPr lang="zh-TW" altLang="zh-TW" b="1" dirty="0"/>
              <a:t>品質</a:t>
            </a:r>
            <a:r>
              <a:rPr lang="zh-TW" altLang="zh-TW" b="1" dirty="0" smtClean="0"/>
              <a:t>特性</a:t>
            </a:r>
            <a:endParaRPr lang="zh-TW" altLang="zh-TW" b="1" dirty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• </a:t>
            </a:r>
            <a:r>
              <a:rPr lang="zh-TW" altLang="zh-TW" dirty="0"/>
              <a:t>無</a:t>
            </a:r>
            <a:r>
              <a:rPr lang="zh-TW" altLang="zh-TW" dirty="0" smtClean="0"/>
              <a:t>位移</a:t>
            </a:r>
            <a:endParaRPr lang="zh-TW" altLang="zh-TW" dirty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•  </a:t>
            </a:r>
            <a:r>
              <a:rPr lang="zh-TW" altLang="zh-TW" dirty="0"/>
              <a:t>無外力造成刮傷</a:t>
            </a:r>
            <a:r>
              <a:rPr lang="en-US" altLang="zh-TW" dirty="0"/>
              <a:t>/</a:t>
            </a:r>
            <a:r>
              <a:rPr lang="zh-TW" altLang="zh-TW" dirty="0"/>
              <a:t>破片</a:t>
            </a:r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• </a:t>
            </a:r>
            <a:r>
              <a:rPr lang="zh-TW" altLang="zh-TW" dirty="0"/>
              <a:t>標籤資訊</a:t>
            </a:r>
            <a:r>
              <a:rPr lang="zh-TW" altLang="zh-TW" dirty="0" smtClean="0"/>
              <a:t>正確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 </a:t>
            </a:r>
            <a:r>
              <a:rPr lang="zh-TW" altLang="en-US" dirty="0" smtClean="0"/>
              <a:t> </a:t>
            </a:r>
            <a:r>
              <a:rPr lang="en-US" altLang="zh-TW" dirty="0" smtClean="0"/>
              <a:t>•</a:t>
            </a:r>
            <a:r>
              <a:rPr lang="zh-TW" altLang="en-US" dirty="0" smtClean="0"/>
              <a:t> </a:t>
            </a:r>
            <a:r>
              <a:rPr lang="en-US" altLang="zh-TW" dirty="0" err="1" smtClean="0"/>
              <a:t>確認外箱未受損</a:t>
            </a:r>
            <a:r>
              <a:rPr lang="en-US" altLang="zh-TW" dirty="0" smtClean="0"/>
              <a:t>(FOSB/HI-BOX </a:t>
            </a:r>
            <a:r>
              <a:rPr lang="en-US" altLang="zh-TW" dirty="0" err="1" smtClean="0"/>
              <a:t>完整無裂痕</a:t>
            </a:r>
            <a:r>
              <a:rPr lang="en-US" altLang="zh-TW" dirty="0" smtClean="0"/>
              <a:t>)</a:t>
            </a:r>
            <a:endParaRPr lang="zh-TW" altLang="zh-TW" dirty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• </a:t>
            </a:r>
            <a:r>
              <a:rPr lang="en-US" altLang="zh-TW" dirty="0" err="1"/>
              <a:t>確認標籤全部正確</a:t>
            </a:r>
            <a:endParaRPr lang="zh-TW" altLang="zh-TW" dirty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• </a:t>
            </a:r>
            <a:r>
              <a:rPr lang="en-US" altLang="zh-TW" dirty="0" err="1" smtClean="0"/>
              <a:t>確認裝箱清點無誤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• </a:t>
            </a:r>
            <a:r>
              <a:rPr lang="zh-TW" altLang="zh-TW" dirty="0"/>
              <a:t>運輸固定性良好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869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b="1" dirty="0"/>
              <a:t> 封箱與貼標程序</a:t>
            </a:r>
          </a:p>
          <a:p>
            <a:r>
              <a:rPr lang="en-US" altLang="zh-TW" dirty="0"/>
              <a:t>1</a:t>
            </a:r>
            <a:r>
              <a:rPr lang="en-US" altLang="zh-TW" dirty="0" smtClean="0"/>
              <a:t>.</a:t>
            </a:r>
            <a:r>
              <a:rPr lang="zh-TW" altLang="zh-TW" dirty="0"/>
              <a:t>貼上出貨標籤（含</a:t>
            </a:r>
            <a:r>
              <a:rPr lang="zh-TW" altLang="en-US" dirty="0"/>
              <a:t>訂單號碼、明細號碼、編號</a:t>
            </a:r>
            <a:r>
              <a:rPr lang="en-US" altLang="zh-TW" dirty="0"/>
              <a:t>(</a:t>
            </a:r>
            <a:r>
              <a:rPr lang="zh-TW" altLang="en-US" dirty="0"/>
              <a:t>板</a:t>
            </a:r>
            <a:r>
              <a:rPr lang="en-US" altLang="zh-TW" dirty="0"/>
              <a:t>)</a:t>
            </a:r>
            <a:r>
              <a:rPr lang="zh-TW" altLang="en-US" dirty="0"/>
              <a:t>、部件號</a:t>
            </a:r>
            <a:r>
              <a:rPr lang="en-US" altLang="zh-TW" dirty="0"/>
              <a:t>/</a:t>
            </a:r>
            <a:r>
              <a:rPr lang="zh-TW" altLang="en-US" dirty="0"/>
              <a:t>說明、客戶零件號碼、類型、數量、單位、出貨日期、批號</a:t>
            </a:r>
            <a:r>
              <a:rPr lang="en-US" altLang="zh-TW" dirty="0"/>
              <a:t>LOT</a:t>
            </a:r>
            <a:r>
              <a:rPr lang="zh-TW" altLang="zh-TW" dirty="0"/>
              <a:t>）</a:t>
            </a:r>
            <a:endParaRPr lang="zh-TW" altLang="zh-TW" dirty="0"/>
          </a:p>
          <a:p>
            <a:r>
              <a:rPr lang="en-US" altLang="zh-TW" dirty="0"/>
              <a:t>2</a:t>
            </a:r>
            <a:r>
              <a:rPr lang="en-US" altLang="zh-TW" dirty="0" smtClean="0"/>
              <a:t>.</a:t>
            </a:r>
            <a:r>
              <a:rPr lang="zh-TW" altLang="zh-TW" dirty="0"/>
              <a:t>使用</a:t>
            </a:r>
            <a:r>
              <a:rPr lang="zh-TW" altLang="zh-TW" dirty="0" smtClean="0"/>
              <a:t>膠</a:t>
            </a:r>
            <a:r>
              <a:rPr lang="zh-TW" altLang="en-US" dirty="0" smtClean="0"/>
              <a:t>膜</a:t>
            </a:r>
            <a:r>
              <a:rPr lang="zh-TW" altLang="zh-TW" dirty="0" smtClean="0"/>
              <a:t>封箱</a:t>
            </a:r>
            <a:endParaRPr lang="zh-TW" altLang="zh-TW" dirty="0"/>
          </a:p>
          <a:p>
            <a:r>
              <a:rPr lang="en-US" altLang="zh-TW" dirty="0"/>
              <a:t>3</a:t>
            </a:r>
            <a:r>
              <a:rPr lang="en-US" altLang="zh-TW" dirty="0" smtClean="0"/>
              <a:t>.</a:t>
            </a:r>
            <a:r>
              <a:rPr lang="zh-TW" altLang="en-US" dirty="0" smtClean="0"/>
              <a:t>紀錄</a:t>
            </a:r>
            <a:r>
              <a:rPr lang="en-US" altLang="zh-TW" dirty="0" smtClean="0"/>
              <a:t>於</a:t>
            </a:r>
            <a:r>
              <a:rPr lang="zh-TW" altLang="en-US" dirty="0" smtClean="0"/>
              <a:t>出貨</a:t>
            </a:r>
            <a:r>
              <a:rPr lang="en-US" altLang="zh-TW" dirty="0" err="1" smtClean="0"/>
              <a:t>表單</a:t>
            </a:r>
            <a:r>
              <a:rPr lang="en-US" altLang="zh-TW" dirty="0" smtClean="0"/>
              <a:t>(</a:t>
            </a:r>
            <a:r>
              <a:rPr lang="zh-TW" altLang="en-US" dirty="0" smtClean="0"/>
              <a:t>含訂單</a:t>
            </a:r>
            <a:r>
              <a:rPr lang="zh-TW" altLang="en-US" dirty="0"/>
              <a:t>編號、產品名稱、規格</a:t>
            </a:r>
            <a:r>
              <a:rPr lang="en-US" altLang="zh-TW" dirty="0"/>
              <a:t>/</a:t>
            </a:r>
            <a:r>
              <a:rPr lang="zh-TW" altLang="en-US" dirty="0" smtClean="0"/>
              <a:t>型號、數量、單位</a:t>
            </a:r>
            <a:r>
              <a:rPr lang="en-US" altLang="zh-TW" dirty="0" smtClean="0"/>
              <a:t>)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0974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異常</a:t>
            </a:r>
            <a:r>
              <a:rPr lang="zh-TW" altLang="zh-TW" b="1" dirty="0" smtClean="0"/>
              <a:t>處置</a:t>
            </a:r>
            <a:endParaRPr lang="zh-TW" altLang="zh-TW" b="1" dirty="0"/>
          </a:p>
          <a:p>
            <a:pPr marL="0" indent="0">
              <a:buNone/>
            </a:pPr>
            <a:r>
              <a:rPr lang="en-US" altLang="zh-TW" dirty="0" smtClean="0"/>
              <a:t>  • </a:t>
            </a:r>
            <a:r>
              <a:rPr lang="zh-TW" altLang="zh-TW" dirty="0"/>
              <a:t>若晶圓位移</a:t>
            </a:r>
            <a:r>
              <a:rPr lang="en-US" altLang="zh-TW" dirty="0"/>
              <a:t> → </a:t>
            </a:r>
            <a:r>
              <a:rPr lang="zh-TW" altLang="zh-TW" dirty="0"/>
              <a:t>全箱重包</a:t>
            </a:r>
          </a:p>
          <a:p>
            <a:pPr marL="0" indent="0">
              <a:buNone/>
            </a:pPr>
            <a:r>
              <a:rPr lang="en-US" altLang="zh-TW" dirty="0" smtClean="0"/>
              <a:t>  • </a:t>
            </a:r>
            <a:r>
              <a:rPr lang="zh-TW" altLang="zh-TW" dirty="0"/>
              <a:t>若</a:t>
            </a:r>
            <a:r>
              <a:rPr lang="en-US" altLang="zh-TW" dirty="0"/>
              <a:t> HI-BOX </a:t>
            </a:r>
            <a:r>
              <a:rPr lang="zh-TW" altLang="en-US" dirty="0" smtClean="0"/>
              <a:t>或</a:t>
            </a:r>
            <a:r>
              <a:rPr lang="en-US" altLang="zh-TW" dirty="0" smtClean="0"/>
              <a:t>FOSB</a:t>
            </a:r>
            <a:r>
              <a:rPr lang="zh-TW" altLang="zh-TW" dirty="0" smtClean="0"/>
              <a:t>損壞</a:t>
            </a:r>
            <a:r>
              <a:rPr lang="en-US" altLang="zh-TW" dirty="0" smtClean="0"/>
              <a:t> </a:t>
            </a:r>
            <a:r>
              <a:rPr lang="en-US" altLang="zh-TW" dirty="0"/>
              <a:t>→ </a:t>
            </a:r>
            <a:r>
              <a:rPr lang="zh-TW" altLang="zh-TW" dirty="0"/>
              <a:t>立即更換</a:t>
            </a:r>
          </a:p>
          <a:p>
            <a:pPr marL="0" indent="0">
              <a:buNone/>
            </a:pPr>
            <a:r>
              <a:rPr lang="en-US" altLang="zh-TW" dirty="0" smtClean="0"/>
              <a:t>  • </a:t>
            </a:r>
            <a:r>
              <a:rPr lang="zh-TW" altLang="zh-TW" dirty="0"/>
              <a:t>若標籤錯誤</a:t>
            </a:r>
            <a:r>
              <a:rPr lang="en-US" altLang="zh-TW" dirty="0"/>
              <a:t> → </a:t>
            </a:r>
            <a:r>
              <a:rPr lang="zh-TW" altLang="zh-TW" dirty="0"/>
              <a:t>作廢重貼</a:t>
            </a:r>
          </a:p>
          <a:p>
            <a:pPr marL="0" indent="0">
              <a:buNone/>
            </a:pPr>
            <a:r>
              <a:rPr lang="en-US" altLang="zh-TW" dirty="0" smtClean="0"/>
              <a:t>  • </a:t>
            </a:r>
            <a:r>
              <a:rPr lang="zh-TW" altLang="zh-TW" dirty="0"/>
              <a:t>若發現破片</a:t>
            </a:r>
            <a:r>
              <a:rPr lang="en-US" altLang="zh-TW" dirty="0"/>
              <a:t>/</a:t>
            </a:r>
            <a:r>
              <a:rPr lang="zh-TW" altLang="zh-TW" dirty="0"/>
              <a:t>刮傷</a:t>
            </a:r>
            <a:r>
              <a:rPr lang="en-US" altLang="zh-TW" dirty="0"/>
              <a:t> → </a:t>
            </a:r>
            <a:r>
              <a:rPr lang="zh-TW" altLang="zh-TW" dirty="0"/>
              <a:t>隔離該批並通知</a:t>
            </a:r>
            <a:r>
              <a:rPr lang="en-US" altLang="zh-TW" dirty="0"/>
              <a:t> QA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678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HYBOX</a:t>
            </a:r>
            <a:r>
              <a:rPr lang="zh-TW" altLang="en-US" dirty="0" smtClean="0"/>
              <a:t>範例圖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831" y="1690688"/>
            <a:ext cx="8016015" cy="3616928"/>
          </a:xfrm>
        </p:spPr>
      </p:pic>
    </p:spTree>
    <p:extLst>
      <p:ext uri="{BB962C8B-B14F-4D97-AF65-F5344CB8AC3E}">
        <p14:creationId xmlns:p14="http://schemas.microsoft.com/office/powerpoint/2010/main" val="320459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36" y="1825625"/>
            <a:ext cx="4569284" cy="4351338"/>
          </a:xfrm>
        </p:spPr>
      </p:pic>
    </p:spTree>
    <p:extLst>
      <p:ext uri="{BB962C8B-B14F-4D97-AF65-F5344CB8AC3E}">
        <p14:creationId xmlns:p14="http://schemas.microsoft.com/office/powerpoint/2010/main" val="257296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560</Words>
  <Application>Microsoft Office PowerPoint</Application>
  <PresentationFormat>寬螢幕</PresentationFormat>
  <Paragraphs>52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Office 佈景主題</vt:lpstr>
      <vt:lpstr>出入貨SOP</vt:lpstr>
      <vt:lpstr>PowerPoint 簡報</vt:lpstr>
      <vt:lpstr>PowerPoint 簡報</vt:lpstr>
      <vt:lpstr>   來料時規範</vt:lpstr>
      <vt:lpstr>2.來料時檢驗客供品的外觀及數量，確認與業務部所開客戶訂單符合後，填寫入料單。</vt:lpstr>
      <vt:lpstr>PowerPoint 簡報</vt:lpstr>
      <vt:lpstr>出貨流程圖</vt:lpstr>
      <vt:lpstr>產品包裝規範</vt:lpstr>
      <vt:lpstr>PowerPoint 簡報</vt:lpstr>
      <vt:lpstr>PowerPoint 簡報</vt:lpstr>
      <vt:lpstr>HYBOX範例圖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入出貨SOP</dc:title>
  <dc:creator>USER</dc:creator>
  <cp:lastModifiedBy>USER</cp:lastModifiedBy>
  <cp:revision>17</cp:revision>
  <dcterms:created xsi:type="dcterms:W3CDTF">2025-11-14T06:36:37Z</dcterms:created>
  <dcterms:modified xsi:type="dcterms:W3CDTF">2025-11-18T07:06:54Z</dcterms:modified>
</cp:coreProperties>
</file>