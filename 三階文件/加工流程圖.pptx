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80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1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02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15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50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71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81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0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51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6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98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E734-3F65-4DC9-81AD-D8F7CA210188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D1B2D-4D03-43F0-86DD-81D524806A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33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028" y="1690688"/>
            <a:ext cx="5801784" cy="4351338"/>
          </a:xfrm>
        </p:spPr>
      </p:pic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 smtClean="0"/>
              <a:t>加工流程圖</a:t>
            </a:r>
            <a:r>
              <a:rPr lang="en-US" altLang="zh-TW" dirty="0" smtClean="0"/>
              <a:t>(</a:t>
            </a:r>
            <a:r>
              <a:rPr lang="zh-TW" altLang="en-US" dirty="0" smtClean="0"/>
              <a:t>全部站別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823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加工流程圖</a:t>
            </a:r>
            <a:r>
              <a:rPr lang="en-US" altLang="zh-TW" dirty="0" smtClean="0"/>
              <a:t>(OCR</a:t>
            </a:r>
            <a:r>
              <a:rPr lang="zh-TW" altLang="en-US" dirty="0" smtClean="0"/>
              <a:t>站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234" y="1825625"/>
            <a:ext cx="6708370" cy="4351338"/>
          </a:xfrm>
        </p:spPr>
      </p:pic>
    </p:spTree>
    <p:extLst>
      <p:ext uri="{BB962C8B-B14F-4D97-AF65-F5344CB8AC3E}">
        <p14:creationId xmlns:p14="http://schemas.microsoft.com/office/powerpoint/2010/main" val="164409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353" y="672519"/>
            <a:ext cx="3867173" cy="5504444"/>
          </a:xfrm>
        </p:spPr>
      </p:pic>
    </p:spTree>
    <p:extLst>
      <p:ext uri="{BB962C8B-B14F-4D97-AF65-F5344CB8AC3E}">
        <p14:creationId xmlns:p14="http://schemas.microsoft.com/office/powerpoint/2010/main" val="83840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205" y="307571"/>
            <a:ext cx="4214131" cy="5662809"/>
          </a:xfrm>
        </p:spPr>
      </p:pic>
    </p:spTree>
    <p:extLst>
      <p:ext uri="{BB962C8B-B14F-4D97-AF65-F5344CB8AC3E}">
        <p14:creationId xmlns:p14="http://schemas.microsoft.com/office/powerpoint/2010/main" val="223640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930" y="698270"/>
            <a:ext cx="6375520" cy="5374712"/>
          </a:xfrm>
        </p:spPr>
      </p:pic>
    </p:spTree>
    <p:extLst>
      <p:ext uri="{BB962C8B-B14F-4D97-AF65-F5344CB8AC3E}">
        <p14:creationId xmlns:p14="http://schemas.microsoft.com/office/powerpoint/2010/main" val="188481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574" y="157942"/>
            <a:ext cx="4213846" cy="658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3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251" y="29167"/>
            <a:ext cx="2307283" cy="614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13</Words>
  <Application>Microsoft Office PowerPoint</Application>
  <PresentationFormat>寬螢幕</PresentationFormat>
  <Paragraphs>2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加工流程圖(全部站別)</vt:lpstr>
      <vt:lpstr>加工流程圖(OCR站)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9</cp:revision>
  <dcterms:created xsi:type="dcterms:W3CDTF">2025-12-02T05:23:25Z</dcterms:created>
  <dcterms:modified xsi:type="dcterms:W3CDTF">2025-12-16T06:34:23Z</dcterms:modified>
</cp:coreProperties>
</file>